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8.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9.xml"/>
  <Override ContentType="application/vnd.openxmlformats-officedocument.presentationml.slideMaster+xml" PartName="/ppt/slideMasters/slideMaster11.xml"/>
  <Override ContentType="application/vnd.openxmlformats-officedocument.presentationml.slideMaster+xml" PartName="/ppt/slideMasters/slideMaster10.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Master+xml" PartName="/ppt/slideMasters/slideMaster7.xml"/>
  <Override ContentType="application/vnd.openxmlformats-officedocument.presentationml.slideMaster+xml" PartName="/ppt/slideMasters/slideMaster6.xml"/>
  <Override ContentType="application/vnd.openxmlformats-officedocument.presentationml.slideMaster+xml" PartName="/ppt/slideMasters/slideMaster5.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7.xml"/>
  <Override ContentType="application/vnd.openxmlformats-officedocument.theme+xml" PartName="/ppt/theme/theme6.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11.xml"/>
  <Override ContentType="application/vnd.openxmlformats-officedocument.theme+xml" PartName="/ppt/theme/theme5.xml"/>
  <Override ContentType="application/vnd.openxmlformats-officedocument.theme+xml" PartName="/ppt/theme/theme8.xml"/>
  <Override ContentType="application/vnd.openxmlformats-officedocument.theme+xml" PartName="/ppt/theme/theme10.xml"/>
  <Override ContentType="application/vnd.openxmlformats-officedocument.theme+xml" PartName="/ppt/theme/theme12.xml"/>
  <Override ContentType="application/vnd.openxmlformats-officedocument.theme+xml" PartName="/ppt/theme/theme9.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 id="2147483650" r:id="rId5"/>
    <p:sldMasterId id="2147483652" r:id="rId6"/>
    <p:sldMasterId id="2147483654" r:id="rId7"/>
    <p:sldMasterId id="2147483656" r:id="rId8"/>
    <p:sldMasterId id="2147483658" r:id="rId9"/>
    <p:sldMasterId id="2147483660" r:id="rId10"/>
    <p:sldMasterId id="2147483662" r:id="rId11"/>
    <p:sldMasterId id="2147483664" r:id="rId12"/>
    <p:sldMasterId id="2147483666" r:id="rId13"/>
    <p:sldMasterId id="2147483668" r:id="rId14"/>
  </p:sldMasterIdLst>
  <p:notesMasterIdLst>
    <p:notesMasterId r:id="rId15"/>
  </p:notesMasterIdLst>
  <p:sldIdLst>
    <p:sldId id="256" r:id="rId16"/>
    <p:sldId id="257" r:id="rId17"/>
    <p:sldId id="258" r:id="rId18"/>
    <p:sldId id="259" r:id="rId19"/>
    <p:sldId id="260" r:id="rId20"/>
    <p:sldId id="261" r:id="rId21"/>
    <p:sldId id="262" r:id="rId22"/>
    <p:sldId id="263" r:id="rId23"/>
    <p:sldId id="264" r:id="rId24"/>
    <p:sldId id="265" r:id="rId25"/>
  </p:sldIdLst>
  <p:sldSz cy="6858000" cx="12192000"/>
  <p:notesSz cx="6794500" cy="9925050"/>
  <p:embeddedFontLst>
    <p:embeddedFont>
      <p:font typeface="Tahoma"/>
      <p:regular r:id="rId26"/>
      <p:bold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2D200454-40CA-4A62-9FC3-DE9A4176ACB9}">
      <p15:notesGuideLst>
        <p15:guide id="1" orient="horz" pos="3126">
          <p15:clr>
            <a:srgbClr val="000000"/>
          </p15:clr>
        </p15:guide>
        <p15:guide id="2" pos="2140">
          <p15:clr>
            <a:srgbClr val="000000"/>
          </p15:clr>
        </p15:guide>
      </p15:notesGuideLst>
    </p:ext>
    <p:ext uri="GoogleSlidesCustomDataVersion2">
      <go:slidesCustomData xmlns:go="http://customooxmlschemas.google.com/" r:id="rId28" roundtripDataSignature="AMtx7mgj7zDYCV41AfXTdJF3GqgSzVTpF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notesViewPr>
    <p:cSldViewPr snapToGrid="0">
      <p:cViewPr varScale="1">
        <p:scale>
          <a:sx n="100" d="100"/>
          <a:sy n="100" d="100"/>
        </p:scale>
        <p:origin x="0" y="0"/>
      </p:cViewPr>
      <p:guideLst>
        <p:guide pos="3126" orient="horz"/>
        <p:guide pos="2140"/>
      </p:guideLst>
    </p:cSldViewPr>
  </p:notesViewPr>
</p:viewPr>
</file>

<file path=ppt/_rels/presentation.xml.rels><?xml version="1.0" encoding="UTF-8" standalone="yes"?><Relationships xmlns="http://schemas.openxmlformats.org/package/2006/relationships"><Relationship Id="rId20" Type="http://schemas.openxmlformats.org/officeDocument/2006/relationships/slide" Target="slides/slide5.xml"/><Relationship Id="rId22" Type="http://schemas.openxmlformats.org/officeDocument/2006/relationships/slide" Target="slides/slide7.xml"/><Relationship Id="rId21" Type="http://schemas.openxmlformats.org/officeDocument/2006/relationships/slide" Target="slides/slide6.xml"/><Relationship Id="rId24" Type="http://schemas.openxmlformats.org/officeDocument/2006/relationships/slide" Target="slides/slide9.xml"/><Relationship Id="rId23" Type="http://schemas.openxmlformats.org/officeDocument/2006/relationships/slide" Target="slides/slide8.xml"/><Relationship Id="rId1" Type="http://schemas.openxmlformats.org/officeDocument/2006/relationships/theme" Target="theme/theme5.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Master" Target="slideMasters/slideMaster6.xml"/><Relationship Id="rId26" Type="http://schemas.openxmlformats.org/officeDocument/2006/relationships/font" Target="fonts/Tahoma-regular.fntdata"/><Relationship Id="rId25" Type="http://schemas.openxmlformats.org/officeDocument/2006/relationships/slide" Target="slides/slide10.xml"/><Relationship Id="rId28" Type="http://customschemas.google.com/relationships/presentationmetadata" Target="metadata"/><Relationship Id="rId27" Type="http://schemas.openxmlformats.org/officeDocument/2006/relationships/font" Target="fonts/Tahoma-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slideMaster" Target="slideMasters/slideMaster4.xml"/><Relationship Id="rId8" Type="http://schemas.openxmlformats.org/officeDocument/2006/relationships/slideMaster" Target="slideMasters/slideMaster5.xml"/><Relationship Id="rId11" Type="http://schemas.openxmlformats.org/officeDocument/2006/relationships/slideMaster" Target="slideMasters/slideMaster8.xml"/><Relationship Id="rId10" Type="http://schemas.openxmlformats.org/officeDocument/2006/relationships/slideMaster" Target="slideMasters/slideMaster7.xml"/><Relationship Id="rId13" Type="http://schemas.openxmlformats.org/officeDocument/2006/relationships/slideMaster" Target="slideMasters/slideMaster10.xml"/><Relationship Id="rId12" Type="http://schemas.openxmlformats.org/officeDocument/2006/relationships/slideMaster" Target="slideMasters/slideMaster9.xml"/><Relationship Id="rId15" Type="http://schemas.openxmlformats.org/officeDocument/2006/relationships/notesMaster" Target="notesMasters/notesMaster1.xml"/><Relationship Id="rId14" Type="http://schemas.openxmlformats.org/officeDocument/2006/relationships/slideMaster" Target="slideMasters/slideMaster11.xml"/><Relationship Id="rId17" Type="http://schemas.openxmlformats.org/officeDocument/2006/relationships/slide" Target="slides/slide2.xml"/><Relationship Id="rId16" Type="http://schemas.openxmlformats.org/officeDocument/2006/relationships/slide" Target="slides/slide1.xml"/><Relationship Id="rId19" Type="http://schemas.openxmlformats.org/officeDocument/2006/relationships/slide" Target="slides/slide4.xml"/><Relationship Id="rId1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000000"/>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533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9pPr>
          </a:lstStyle>
          <a:p/>
        </p:txBody>
      </p:sp>
      <p:sp>
        <p:nvSpPr>
          <p:cNvPr id="4" name="Google Shape;4;n"/>
          <p:cNvSpPr txBox="1"/>
          <p:nvPr>
            <p:ph idx="10" type="dt"/>
          </p:nvPr>
        </p:nvSpPr>
        <p:spPr>
          <a:xfrm>
            <a:off x="3886200" y="0"/>
            <a:ext cx="2895600" cy="533400"/>
          </a:xfrm>
          <a:prstGeom prst="rect">
            <a:avLst/>
          </a:prstGeom>
          <a:noFill/>
          <a:ln>
            <a:noFill/>
          </a:ln>
        </p:spPr>
        <p:txBody>
          <a:bodyPr anchorCtr="0" anchor="t"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9pPr>
          </a:lstStyle>
          <a:p/>
        </p:txBody>
      </p:sp>
      <p:sp>
        <p:nvSpPr>
          <p:cNvPr id="5" name="Google Shape;5;n"/>
          <p:cNvSpPr/>
          <p:nvPr>
            <p:ph idx="3"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00"/>
            <a:headEnd len="sm" w="sm" type="none"/>
            <a:tailEnd len="sm" w="sm" type="none"/>
          </a:ln>
        </p:spPr>
      </p:sp>
      <p:sp>
        <p:nvSpPr>
          <p:cNvPr id="6" name="Google Shape;6;n"/>
          <p:cNvSpPr txBox="1"/>
          <p:nvPr>
            <p:ph idx="1" type="body"/>
          </p:nvPr>
        </p:nvSpPr>
        <p:spPr>
          <a:xfrm>
            <a:off x="914400" y="4724400"/>
            <a:ext cx="4953000" cy="44196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800" u="none" cap="none" strike="noStrike"/>
            </a:lvl1pPr>
            <a:lvl2pPr indent="-228600" lvl="1" marL="914400" marR="0" rtl="0" algn="l">
              <a:spcBef>
                <a:spcPts val="0"/>
              </a:spcBef>
              <a:spcAft>
                <a:spcPts val="0"/>
              </a:spcAft>
              <a:buSzPts val="1400"/>
              <a:buNone/>
              <a:defRPr b="0" i="0" sz="1800" u="none" cap="none" strike="noStrike"/>
            </a:lvl2pPr>
            <a:lvl3pPr indent="-228600" lvl="2" marL="1371600" marR="0" rtl="0" algn="l">
              <a:spcBef>
                <a:spcPts val="0"/>
              </a:spcBef>
              <a:spcAft>
                <a:spcPts val="0"/>
              </a:spcAft>
              <a:buSzPts val="1400"/>
              <a:buNone/>
              <a:defRPr b="0" i="0" sz="1800" u="none" cap="none" strike="noStrike"/>
            </a:lvl3pPr>
            <a:lvl4pPr indent="-228600" lvl="3" marL="1828800" marR="0" rtl="0" algn="l">
              <a:spcBef>
                <a:spcPts val="0"/>
              </a:spcBef>
              <a:spcAft>
                <a:spcPts val="0"/>
              </a:spcAft>
              <a:buSzPts val="1400"/>
              <a:buNone/>
              <a:defRPr b="0" i="0" sz="1800" u="none" cap="none" strike="noStrike"/>
            </a:lvl4pPr>
            <a:lvl5pPr indent="-228600" lvl="4" marL="2286000" marR="0" rtl="0" algn="l">
              <a:spcBef>
                <a:spcPts val="0"/>
              </a:spcBef>
              <a:spcAft>
                <a:spcPts val="0"/>
              </a:spcAft>
              <a:buSzPts val="1400"/>
              <a:buNone/>
              <a:defRPr b="0" i="0" sz="1800" u="none" cap="none" strike="noStrike"/>
            </a:lvl5pPr>
            <a:lvl6pPr indent="-228600" lvl="5" marL="2743200" marR="0" rtl="0" algn="l">
              <a:spcBef>
                <a:spcPts val="0"/>
              </a:spcBef>
              <a:spcAft>
                <a:spcPts val="0"/>
              </a:spcAft>
              <a:buSzPts val="1400"/>
              <a:buNone/>
              <a:defRPr b="0" i="0" sz="1800" u="none" cap="none" strike="noStrike"/>
            </a:lvl6pPr>
            <a:lvl7pPr indent="-228600" lvl="6" marL="3200400" marR="0" rtl="0" algn="l">
              <a:spcBef>
                <a:spcPts val="0"/>
              </a:spcBef>
              <a:spcAft>
                <a:spcPts val="0"/>
              </a:spcAft>
              <a:buSzPts val="1400"/>
              <a:buNone/>
              <a:defRPr b="0" i="0" sz="1800" u="none" cap="none" strike="noStrike"/>
            </a:lvl7pPr>
            <a:lvl8pPr indent="-228600" lvl="7" marL="3657600" marR="0" rtl="0" algn="l">
              <a:spcBef>
                <a:spcPts val="0"/>
              </a:spcBef>
              <a:spcAft>
                <a:spcPts val="0"/>
              </a:spcAft>
              <a:buSzPts val="1400"/>
              <a:buNone/>
              <a:defRPr b="0" i="0" sz="1800" u="none" cap="none" strike="noStrike"/>
            </a:lvl8pPr>
            <a:lvl9pPr indent="-228600" lvl="8" marL="4114800" marR="0" rtl="0" algn="l">
              <a:spcBef>
                <a:spcPts val="0"/>
              </a:spcBef>
              <a:spcAft>
                <a:spcPts val="0"/>
              </a:spcAft>
              <a:buSzPts val="1400"/>
              <a:buNone/>
              <a:defRPr b="0" i="0" sz="1800" u="none" cap="none" strike="noStrike"/>
            </a:lvl9pPr>
          </a:lstStyle>
          <a:p/>
        </p:txBody>
      </p:sp>
      <p:sp>
        <p:nvSpPr>
          <p:cNvPr id="7" name="Google Shape;7;n"/>
          <p:cNvSpPr txBox="1"/>
          <p:nvPr>
            <p:ph idx="11" type="ftr"/>
          </p:nvPr>
        </p:nvSpPr>
        <p:spPr>
          <a:xfrm>
            <a:off x="0" y="9448800"/>
            <a:ext cx="2971800" cy="457200"/>
          </a:xfrm>
          <a:prstGeom prst="rect">
            <a:avLst/>
          </a:prstGeom>
          <a:noFill/>
          <a:ln>
            <a:noFill/>
          </a:ln>
        </p:spPr>
        <p:txBody>
          <a:bodyPr anchorCtr="0" anchor="b"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rgbClr val="000000"/>
                </a:solidFill>
                <a:latin typeface="Tahoma"/>
                <a:ea typeface="Tahoma"/>
                <a:cs typeface="Tahoma"/>
                <a:sym typeface="Tahoma"/>
              </a:defRPr>
            </a:lvl9pPr>
          </a:lstStyle>
          <a:p/>
        </p:txBody>
      </p:sp>
      <p:sp>
        <p:nvSpPr>
          <p:cNvPr id="8" name="Google Shape;8;n"/>
          <p:cNvSpPr txBox="1"/>
          <p:nvPr>
            <p:ph idx="12" type="sldNum"/>
          </p:nvPr>
        </p:nvSpPr>
        <p:spPr>
          <a:xfrm>
            <a:off x="3886200" y="9448800"/>
            <a:ext cx="28956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Times New Roman"/>
              <a:buNone/>
            </a:pPr>
            <a:fld id="{00000000-1234-1234-1234-123412341234}" type="slidenum">
              <a:rPr b="0" i="0" lang="en-US" sz="1200" u="none" cap="none" strike="noStrike">
                <a:solidFill>
                  <a:srgbClr val="000000"/>
                </a:solidFill>
                <a:latin typeface="Times New Roman"/>
                <a:ea typeface="Times New Roman"/>
                <a:cs typeface="Times New Roman"/>
                <a:sym typeface="Times New Roman"/>
              </a:rPr>
              <a:t>‹#›</a:t>
            </a:fld>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4" name="Shape 144"/>
        <p:cNvGrpSpPr/>
        <p:nvPr/>
      </p:nvGrpSpPr>
      <p:grpSpPr>
        <a:xfrm>
          <a:off x="0" y="0"/>
          <a:ext cx="0" cy="0"/>
          <a:chOff x="0" y="0"/>
          <a:chExt cx="0" cy="0"/>
        </a:xfrm>
      </p:grpSpPr>
      <p:sp>
        <p:nvSpPr>
          <p:cNvPr id="145" name="Google Shape;145;p1:notes"/>
          <p:cNvSpPr txBox="1"/>
          <p:nvPr/>
        </p:nvSpPr>
        <p:spPr>
          <a:xfrm>
            <a:off x="3886200" y="9448800"/>
            <a:ext cx="28956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Tahoma"/>
              <a:buNone/>
            </a:pPr>
            <a:fld id="{00000000-1234-1234-1234-123412341234}" type="slidenum">
              <a:rPr b="0" i="0" lang="en-US" sz="1800" u="none" cap="none" strike="noStrike">
                <a:solidFill>
                  <a:srgbClr val="000000"/>
                </a:solidFill>
                <a:latin typeface="Tahoma"/>
                <a:ea typeface="Tahoma"/>
                <a:cs typeface="Tahoma"/>
                <a:sym typeface="Tahoma"/>
              </a:rPr>
              <a:t>‹#›</a:t>
            </a:fld>
            <a:endParaRPr/>
          </a:p>
        </p:txBody>
      </p:sp>
      <p:sp>
        <p:nvSpPr>
          <p:cNvPr id="146" name="Google Shape;146;p1:notes"/>
          <p:cNvSpPr/>
          <p:nvPr>
            <p:ph idx="2"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47" name="Google Shape;147;p1:notes"/>
          <p:cNvSpPr txBox="1"/>
          <p:nvPr>
            <p:ph idx="1" type="body"/>
          </p:nvPr>
        </p:nvSpPr>
        <p:spPr>
          <a:xfrm>
            <a:off x="914400" y="4724400"/>
            <a:ext cx="4953000" cy="4419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p2:notes"/>
          <p:cNvSpPr txBox="1"/>
          <p:nvPr/>
        </p:nvSpPr>
        <p:spPr>
          <a:xfrm>
            <a:off x="3886200" y="9448800"/>
            <a:ext cx="28956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800"/>
              <a:buFont typeface="Tahoma"/>
              <a:buNone/>
            </a:pPr>
            <a:fld id="{00000000-1234-1234-1234-123412341234}" type="slidenum">
              <a:rPr b="0" i="0" lang="en-US" sz="1800" u="none">
                <a:solidFill>
                  <a:srgbClr val="000000"/>
                </a:solidFill>
                <a:latin typeface="Tahoma"/>
                <a:ea typeface="Tahoma"/>
                <a:cs typeface="Tahoma"/>
                <a:sym typeface="Tahoma"/>
              </a:rPr>
              <a:t>‹#›</a:t>
            </a:fld>
            <a:endParaRPr/>
          </a:p>
        </p:txBody>
      </p:sp>
      <p:sp>
        <p:nvSpPr>
          <p:cNvPr id="157" name="Google Shape;157;p2:notes"/>
          <p:cNvSpPr/>
          <p:nvPr>
            <p:ph idx="2"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158" name="Google Shape;158;p2:notes"/>
          <p:cNvSpPr txBox="1"/>
          <p:nvPr>
            <p:ph idx="1" type="body"/>
          </p:nvPr>
        </p:nvSpPr>
        <p:spPr>
          <a:xfrm>
            <a:off x="914400" y="4724400"/>
            <a:ext cx="4953000" cy="4419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SzPts val="1800"/>
              <a:buNone/>
            </a:pPr>
            <a:r>
              <a:rPr lang="en-US"/>
              <a:t>Hay algunas diapositivas que tenemos que decidir que hacer……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e156aa9fab_0_0:notes"/>
          <p:cNvSpPr/>
          <p:nvPr>
            <p:ph idx="2" type="sldImg"/>
          </p:nvPr>
        </p:nvSpPr>
        <p:spPr>
          <a:xfrm>
            <a:off x="73025" y="762000"/>
            <a:ext cx="6635700" cy="3733800"/>
          </a:xfrm>
          <a:custGeom>
            <a:rect b="b" l="l" r="r" t="t"/>
            <a:pathLst>
              <a:path extrusionOk="0" h="120000" w="120000">
                <a:moveTo>
                  <a:pt x="0" y="0"/>
                </a:moveTo>
                <a:lnTo>
                  <a:pt x="120000" y="0"/>
                </a:lnTo>
                <a:lnTo>
                  <a:pt x="120000" y="120000"/>
                </a:lnTo>
                <a:lnTo>
                  <a:pt x="0" y="120000"/>
                </a:lnTo>
                <a:close/>
              </a:path>
            </a:pathLst>
          </a:custGeom>
        </p:spPr>
      </p:sp>
      <p:sp>
        <p:nvSpPr>
          <p:cNvPr id="167" name="Google Shape;167;g3e156aa9fab_0_0:notes"/>
          <p:cNvSpPr txBox="1"/>
          <p:nvPr>
            <p:ph idx="1" type="body"/>
          </p:nvPr>
        </p:nvSpPr>
        <p:spPr>
          <a:xfrm>
            <a:off x="914400" y="4724400"/>
            <a:ext cx="4953000" cy="4419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68" name="Google Shape;168;g3e156aa9fab_0_0:notes"/>
          <p:cNvSpPr txBox="1"/>
          <p:nvPr>
            <p:ph idx="12" type="sldNum"/>
          </p:nvPr>
        </p:nvSpPr>
        <p:spPr>
          <a:xfrm>
            <a:off x="3886200" y="9448800"/>
            <a:ext cx="2895600" cy="457200"/>
          </a:xfrm>
          <a:prstGeom prst="rect">
            <a:avLst/>
          </a:prstGeom>
        </p:spPr>
        <p:txBody>
          <a:bodyPr anchorCtr="0" anchor="b" bIns="45700" lIns="91425" spcFirstLastPara="1" rIns="91425" wrap="square" tIns="45700">
            <a:noAutofit/>
          </a:bodyPr>
          <a:lstStyle/>
          <a:p>
            <a:pPr indent="0" lvl="0" marL="0" rtl="0" algn="r">
              <a:spcBef>
                <a:spcPts val="0"/>
              </a:spcBef>
              <a:spcAft>
                <a:spcPts val="0"/>
              </a:spcAft>
              <a:buClr>
                <a:srgbClr val="000000"/>
              </a:buClr>
              <a:buSzPts val="1200"/>
              <a:buFont typeface="Times New Roman"/>
              <a:buNone/>
            </a:pPr>
            <a:fld id="{00000000-1234-1234-1234-123412341234}" type="slidenum">
              <a:rPr lang="en-US"/>
              <a:t>‹#›</a:t>
            </a:fld>
            <a:endParaRPr sz="1400">
              <a:latin typeface="Arial"/>
              <a:ea typeface="Arial"/>
              <a:cs typeface="Arial"/>
              <a:sym typeface="Aria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3:notes"/>
          <p:cNvSpPr txBox="1"/>
          <p:nvPr>
            <p:ph idx="1" type="body"/>
          </p:nvPr>
        </p:nvSpPr>
        <p:spPr>
          <a:xfrm>
            <a:off x="914400" y="4724400"/>
            <a:ext cx="4953000" cy="4419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74" name="Google Shape;174;p3:notes"/>
          <p:cNvSpPr/>
          <p:nvPr>
            <p:ph idx="2"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3" name="Shape 183"/>
        <p:cNvGrpSpPr/>
        <p:nvPr/>
      </p:nvGrpSpPr>
      <p:grpSpPr>
        <a:xfrm>
          <a:off x="0" y="0"/>
          <a:ext cx="0" cy="0"/>
          <a:chOff x="0" y="0"/>
          <a:chExt cx="0" cy="0"/>
        </a:xfrm>
      </p:grpSpPr>
      <p:sp>
        <p:nvSpPr>
          <p:cNvPr id="184" name="Google Shape;184;p4:notes"/>
          <p:cNvSpPr txBox="1"/>
          <p:nvPr>
            <p:ph idx="1" type="body"/>
          </p:nvPr>
        </p:nvSpPr>
        <p:spPr>
          <a:xfrm>
            <a:off x="914400" y="4724400"/>
            <a:ext cx="4953000" cy="4419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185" name="Google Shape;185;p4:notes"/>
          <p:cNvSpPr/>
          <p:nvPr>
            <p:ph idx="2"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5:notes"/>
          <p:cNvSpPr txBox="1"/>
          <p:nvPr>
            <p:ph idx="1" type="body"/>
          </p:nvPr>
        </p:nvSpPr>
        <p:spPr>
          <a:xfrm>
            <a:off x="914400" y="4724400"/>
            <a:ext cx="4953000" cy="4419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04" name="Google Shape;204;p5:notes"/>
          <p:cNvSpPr/>
          <p:nvPr>
            <p:ph idx="2"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7" name="Shape 227"/>
        <p:cNvGrpSpPr/>
        <p:nvPr/>
      </p:nvGrpSpPr>
      <p:grpSpPr>
        <a:xfrm>
          <a:off x="0" y="0"/>
          <a:ext cx="0" cy="0"/>
          <a:chOff x="0" y="0"/>
          <a:chExt cx="0" cy="0"/>
        </a:xfrm>
      </p:grpSpPr>
      <p:sp>
        <p:nvSpPr>
          <p:cNvPr id="228" name="Google Shape;228;p6:notes"/>
          <p:cNvSpPr txBox="1"/>
          <p:nvPr>
            <p:ph idx="1" type="body"/>
          </p:nvPr>
        </p:nvSpPr>
        <p:spPr>
          <a:xfrm>
            <a:off x="914400" y="4724400"/>
            <a:ext cx="4953000" cy="4419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29" name="Google Shape;229;p6:notes"/>
          <p:cNvSpPr/>
          <p:nvPr>
            <p:ph idx="2"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7:notes"/>
          <p:cNvSpPr txBox="1"/>
          <p:nvPr>
            <p:ph idx="1" type="body"/>
          </p:nvPr>
        </p:nvSpPr>
        <p:spPr>
          <a:xfrm>
            <a:off x="914400" y="4724400"/>
            <a:ext cx="4953000" cy="4419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43" name="Google Shape;243;p7:notes"/>
          <p:cNvSpPr/>
          <p:nvPr>
            <p:ph idx="2"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8" name="Shape 258"/>
        <p:cNvGrpSpPr/>
        <p:nvPr/>
      </p:nvGrpSpPr>
      <p:grpSpPr>
        <a:xfrm>
          <a:off x="0" y="0"/>
          <a:ext cx="0" cy="0"/>
          <a:chOff x="0" y="0"/>
          <a:chExt cx="0" cy="0"/>
        </a:xfrm>
      </p:grpSpPr>
      <p:sp>
        <p:nvSpPr>
          <p:cNvPr id="259" name="Google Shape;259;p8:notes"/>
          <p:cNvSpPr txBox="1"/>
          <p:nvPr>
            <p:ph idx="1" type="body"/>
          </p:nvPr>
        </p:nvSpPr>
        <p:spPr>
          <a:xfrm>
            <a:off x="914400" y="4724400"/>
            <a:ext cx="4953000" cy="4419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60" name="Google Shape;260;p8:notes"/>
          <p:cNvSpPr/>
          <p:nvPr>
            <p:ph idx="2"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7" name="Shape 277"/>
        <p:cNvGrpSpPr/>
        <p:nvPr/>
      </p:nvGrpSpPr>
      <p:grpSpPr>
        <a:xfrm>
          <a:off x="0" y="0"/>
          <a:ext cx="0" cy="0"/>
          <a:chOff x="0" y="0"/>
          <a:chExt cx="0" cy="0"/>
        </a:xfrm>
      </p:grpSpPr>
      <p:sp>
        <p:nvSpPr>
          <p:cNvPr id="278" name="Google Shape;278;p9:notes"/>
          <p:cNvSpPr txBox="1"/>
          <p:nvPr>
            <p:ph idx="1" type="body"/>
          </p:nvPr>
        </p:nvSpPr>
        <p:spPr>
          <a:xfrm>
            <a:off x="914400" y="4724400"/>
            <a:ext cx="4953000" cy="44196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
        <p:nvSpPr>
          <p:cNvPr id="279" name="Google Shape;279;p9:notes"/>
          <p:cNvSpPr/>
          <p:nvPr>
            <p:ph idx="2" type="sldImg"/>
          </p:nvPr>
        </p:nvSpPr>
        <p:spPr>
          <a:xfrm>
            <a:off x="73025" y="762000"/>
            <a:ext cx="6635750" cy="3733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5" name="Shape 15"/>
        <p:cNvGrpSpPr/>
        <p:nvPr/>
      </p:nvGrpSpPr>
      <p:grpSpPr>
        <a:xfrm>
          <a:off x="0" y="0"/>
          <a:ext cx="0" cy="0"/>
          <a:chOff x="0" y="0"/>
          <a:chExt cx="0" cy="0"/>
        </a:xfrm>
      </p:grpSpPr>
      <p:sp>
        <p:nvSpPr>
          <p:cNvPr id="16" name="Google Shape;16;p11"/>
          <p:cNvSpPr txBox="1"/>
          <p:nvPr>
            <p:ph type="ctrTitle"/>
          </p:nvPr>
        </p:nvSpPr>
        <p:spPr>
          <a:xfrm>
            <a:off x="1524000" y="1124530"/>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SzPts val="1400"/>
              <a:buNone/>
              <a:defRPr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7" name="Google Shape;17;p1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750"/>
              </a:spcBef>
              <a:spcAft>
                <a:spcPts val="0"/>
              </a:spcAft>
              <a:buClr>
                <a:srgbClr val="3F3F3F"/>
              </a:buClr>
              <a:buSzPts val="1800"/>
              <a:buNone/>
              <a:defRPr sz="1800">
                <a:solidFill>
                  <a:srgbClr val="3F3F3F"/>
                </a:solidFill>
              </a:defRPr>
            </a:lvl1pPr>
            <a:lvl2pPr lvl="1" algn="ctr">
              <a:lnSpc>
                <a:spcPct val="90000"/>
              </a:lnSpc>
              <a:spcBef>
                <a:spcPts val="375"/>
              </a:spcBef>
              <a:spcAft>
                <a:spcPts val="0"/>
              </a:spcAft>
              <a:buClr>
                <a:schemeClr val="dk1"/>
              </a:buClr>
              <a:buSzPts val="2100"/>
              <a:buNone/>
              <a:defRPr sz="2100"/>
            </a:lvl2pPr>
            <a:lvl3pPr lvl="2" algn="ctr">
              <a:lnSpc>
                <a:spcPct val="90000"/>
              </a:lnSpc>
              <a:spcBef>
                <a:spcPts val="375"/>
              </a:spcBef>
              <a:spcAft>
                <a:spcPts val="0"/>
              </a:spcAft>
              <a:buClr>
                <a:schemeClr val="dk1"/>
              </a:buClr>
              <a:buSzPts val="1800"/>
              <a:buNone/>
              <a:defRPr sz="1800"/>
            </a:lvl3pPr>
            <a:lvl4pPr lvl="3" algn="ctr">
              <a:lnSpc>
                <a:spcPct val="90000"/>
              </a:lnSpc>
              <a:spcBef>
                <a:spcPts val="375"/>
              </a:spcBef>
              <a:spcAft>
                <a:spcPts val="0"/>
              </a:spcAft>
              <a:buClr>
                <a:schemeClr val="dk1"/>
              </a:buClr>
              <a:buSzPts val="1500"/>
              <a:buNone/>
              <a:defRPr sz="1500"/>
            </a:lvl4pPr>
            <a:lvl5pPr lvl="4" algn="ctr">
              <a:lnSpc>
                <a:spcPct val="90000"/>
              </a:lnSpc>
              <a:spcBef>
                <a:spcPts val="375"/>
              </a:spcBef>
              <a:spcAft>
                <a:spcPts val="0"/>
              </a:spcAft>
              <a:buClr>
                <a:schemeClr val="dk1"/>
              </a:buClr>
              <a:buSzPts val="1500"/>
              <a:buNone/>
              <a:defRPr sz="1500"/>
            </a:lvl5pPr>
            <a:lvl6pPr lvl="5" algn="ctr">
              <a:spcBef>
                <a:spcPts val="300"/>
              </a:spcBef>
              <a:spcAft>
                <a:spcPts val="0"/>
              </a:spcAft>
              <a:buClr>
                <a:schemeClr val="dk1"/>
              </a:buClr>
              <a:buSzPts val="1500"/>
              <a:buNone/>
              <a:defRPr sz="1500"/>
            </a:lvl6pPr>
            <a:lvl7pPr lvl="6" algn="ctr">
              <a:spcBef>
                <a:spcPts val="300"/>
              </a:spcBef>
              <a:spcAft>
                <a:spcPts val="0"/>
              </a:spcAft>
              <a:buClr>
                <a:schemeClr val="dk1"/>
              </a:buClr>
              <a:buSzPts val="1500"/>
              <a:buNone/>
              <a:defRPr sz="1500"/>
            </a:lvl7pPr>
            <a:lvl8pPr lvl="7" algn="ctr">
              <a:spcBef>
                <a:spcPts val="300"/>
              </a:spcBef>
              <a:spcAft>
                <a:spcPts val="0"/>
              </a:spcAft>
              <a:buClr>
                <a:schemeClr val="dk1"/>
              </a:buClr>
              <a:buSzPts val="1500"/>
              <a:buNone/>
              <a:defRPr sz="1500"/>
            </a:lvl8pPr>
            <a:lvl9pPr lvl="8" algn="ctr">
              <a:spcBef>
                <a:spcPts val="300"/>
              </a:spcBef>
              <a:spcAft>
                <a:spcPts val="0"/>
              </a:spcAft>
              <a:buClr>
                <a:schemeClr val="dk1"/>
              </a:buClr>
              <a:buSzPts val="1500"/>
              <a:buNone/>
              <a:defRPr sz="1500"/>
            </a:lvl9pPr>
          </a:lstStyle>
          <a:p/>
        </p:txBody>
      </p:sp>
      <p:sp>
        <p:nvSpPr>
          <p:cNvPr id="18" name="Google Shape;1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9" name="Google Shape;1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0" name="Google Shape;20;p11"/>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random/>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27" name="Shape 27"/>
        <p:cNvGrpSpPr/>
        <p:nvPr/>
      </p:nvGrpSpPr>
      <p:grpSpPr>
        <a:xfrm>
          <a:off x="0" y="0"/>
          <a:ext cx="0" cy="0"/>
          <a:chOff x="0" y="0"/>
          <a:chExt cx="0" cy="0"/>
        </a:xfrm>
      </p:grpSpPr>
      <p:sp>
        <p:nvSpPr>
          <p:cNvPr id="28" name="Google Shape;28;p13"/>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9" name="Google Shape;29;p13"/>
          <p:cNvSpPr txBox="1"/>
          <p:nvPr>
            <p:ph idx="1" type="body"/>
          </p:nvPr>
        </p:nvSpPr>
        <p:spPr>
          <a:xfrm>
            <a:off x="844550" y="1828800"/>
            <a:ext cx="10515600" cy="4351337"/>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30" name="Google Shape;30;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1" name="Google Shape;31;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3"/>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random/>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39" name="Shape 39"/>
        <p:cNvGrpSpPr/>
        <p:nvPr/>
      </p:nvGrpSpPr>
      <p:grpSpPr>
        <a:xfrm>
          <a:off x="0" y="0"/>
          <a:ext cx="0" cy="0"/>
          <a:chOff x="0" y="0"/>
          <a:chExt cx="0" cy="0"/>
        </a:xfrm>
      </p:grpSpPr>
      <p:sp>
        <p:nvSpPr>
          <p:cNvPr id="40" name="Google Shape;40;p1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1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2" name="Google Shape;42;p15"/>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random/>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olo el título">
  <p:cSld name="Solo el título">
    <p:spTree>
      <p:nvGrpSpPr>
        <p:cNvPr id="49" name="Shape 49"/>
        <p:cNvGrpSpPr/>
        <p:nvPr/>
      </p:nvGrpSpPr>
      <p:grpSpPr>
        <a:xfrm>
          <a:off x="0" y="0"/>
          <a:ext cx="0" cy="0"/>
          <a:chOff x="0" y="0"/>
          <a:chExt cx="0" cy="0"/>
        </a:xfrm>
      </p:grpSpPr>
      <p:sp>
        <p:nvSpPr>
          <p:cNvPr id="50" name="Google Shape;50;p17"/>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1" name="Google Shape;51;p1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1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7"/>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random/>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60" name="Shape 60"/>
        <p:cNvGrpSpPr/>
        <p:nvPr/>
      </p:nvGrpSpPr>
      <p:grpSpPr>
        <a:xfrm>
          <a:off x="0" y="0"/>
          <a:ext cx="0" cy="0"/>
          <a:chOff x="0" y="0"/>
          <a:chExt cx="0" cy="0"/>
        </a:xfrm>
      </p:grpSpPr>
      <p:sp>
        <p:nvSpPr>
          <p:cNvPr id="61" name="Google Shape;61;p19"/>
          <p:cNvSpPr txBox="1"/>
          <p:nvPr>
            <p:ph type="title"/>
          </p:nvPr>
        </p:nvSpPr>
        <p:spPr>
          <a:xfrm>
            <a:off x="831851" y="1712423"/>
            <a:ext cx="10515600" cy="2851208"/>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SzPts val="1400"/>
              <a:buNone/>
              <a:defRPr b="0" sz="45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2" name="Google Shape;62;p19"/>
          <p:cNvSpPr txBox="1"/>
          <p:nvPr>
            <p:ph idx="1" type="body"/>
          </p:nvPr>
        </p:nvSpPr>
        <p:spPr>
          <a:xfrm>
            <a:off x="831851" y="4552635"/>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rgbClr val="3F3F3F"/>
              </a:buClr>
              <a:buSzPts val="1800"/>
              <a:buNone/>
              <a:defRPr sz="1800">
                <a:solidFill>
                  <a:srgbClr val="3F3F3F"/>
                </a:solidFill>
              </a:defRPr>
            </a:lvl1pPr>
            <a:lvl2pPr indent="-228600" lvl="1" marL="914400" algn="l">
              <a:lnSpc>
                <a:spcPct val="90000"/>
              </a:lnSpc>
              <a:spcBef>
                <a:spcPts val="375"/>
              </a:spcBef>
              <a:spcAft>
                <a:spcPts val="0"/>
              </a:spcAft>
              <a:buClr>
                <a:srgbClr val="888888"/>
              </a:buClr>
              <a:buSzPts val="1350"/>
              <a:buNone/>
              <a:defRPr sz="1350">
                <a:solidFill>
                  <a:srgbClr val="888888"/>
                </a:solidFill>
              </a:defRPr>
            </a:lvl2pPr>
            <a:lvl3pPr indent="-228600" lvl="2" marL="1371600" algn="l">
              <a:lnSpc>
                <a:spcPct val="90000"/>
              </a:lnSpc>
              <a:spcBef>
                <a:spcPts val="375"/>
              </a:spcBef>
              <a:spcAft>
                <a:spcPts val="0"/>
              </a:spcAft>
              <a:buClr>
                <a:srgbClr val="888888"/>
              </a:buClr>
              <a:buSzPts val="1200"/>
              <a:buNone/>
              <a:defRPr sz="1200">
                <a:solidFill>
                  <a:srgbClr val="888888"/>
                </a:solidFill>
              </a:defRPr>
            </a:lvl3pPr>
            <a:lvl4pPr indent="-228600" lvl="3" marL="1828800" algn="l">
              <a:lnSpc>
                <a:spcPct val="90000"/>
              </a:lnSpc>
              <a:spcBef>
                <a:spcPts val="375"/>
              </a:spcBef>
              <a:spcAft>
                <a:spcPts val="0"/>
              </a:spcAft>
              <a:buClr>
                <a:srgbClr val="888888"/>
              </a:buClr>
              <a:buSzPts val="1050"/>
              <a:buNone/>
              <a:defRPr sz="1050">
                <a:solidFill>
                  <a:srgbClr val="888888"/>
                </a:solidFill>
              </a:defRPr>
            </a:lvl4pPr>
            <a:lvl5pPr indent="-228600" lvl="4" marL="2286000" algn="l">
              <a:lnSpc>
                <a:spcPct val="90000"/>
              </a:lnSpc>
              <a:spcBef>
                <a:spcPts val="375"/>
              </a:spcBef>
              <a:spcAft>
                <a:spcPts val="0"/>
              </a:spcAft>
              <a:buClr>
                <a:srgbClr val="888888"/>
              </a:buClr>
              <a:buSzPts val="1050"/>
              <a:buNone/>
              <a:defRPr sz="1050">
                <a:solidFill>
                  <a:srgbClr val="888888"/>
                </a:solidFill>
              </a:defRPr>
            </a:lvl5pPr>
            <a:lvl6pPr indent="-228600" lvl="5" marL="2743200" algn="l">
              <a:spcBef>
                <a:spcPts val="210"/>
              </a:spcBef>
              <a:spcAft>
                <a:spcPts val="0"/>
              </a:spcAft>
              <a:buClr>
                <a:srgbClr val="888888"/>
              </a:buClr>
              <a:buSzPts val="1050"/>
              <a:buNone/>
              <a:defRPr sz="1050">
                <a:solidFill>
                  <a:srgbClr val="888888"/>
                </a:solidFill>
              </a:defRPr>
            </a:lvl6pPr>
            <a:lvl7pPr indent="-228600" lvl="6" marL="3200400" algn="l">
              <a:spcBef>
                <a:spcPts val="210"/>
              </a:spcBef>
              <a:spcAft>
                <a:spcPts val="0"/>
              </a:spcAft>
              <a:buClr>
                <a:srgbClr val="888888"/>
              </a:buClr>
              <a:buSzPts val="1050"/>
              <a:buNone/>
              <a:defRPr sz="1050">
                <a:solidFill>
                  <a:srgbClr val="888888"/>
                </a:solidFill>
              </a:defRPr>
            </a:lvl7pPr>
            <a:lvl8pPr indent="-228600" lvl="7" marL="3657600" algn="l">
              <a:spcBef>
                <a:spcPts val="210"/>
              </a:spcBef>
              <a:spcAft>
                <a:spcPts val="0"/>
              </a:spcAft>
              <a:buClr>
                <a:srgbClr val="888888"/>
              </a:buClr>
              <a:buSzPts val="1050"/>
              <a:buNone/>
              <a:defRPr sz="1050">
                <a:solidFill>
                  <a:srgbClr val="888888"/>
                </a:solidFill>
              </a:defRPr>
            </a:lvl8pPr>
            <a:lvl9pPr indent="-228600" lvl="8" marL="4114800" algn="l">
              <a:spcBef>
                <a:spcPts val="210"/>
              </a:spcBef>
              <a:spcAft>
                <a:spcPts val="0"/>
              </a:spcAft>
              <a:buClr>
                <a:srgbClr val="888888"/>
              </a:buClr>
              <a:buSzPts val="1050"/>
              <a:buNone/>
              <a:defRPr sz="1050">
                <a:solidFill>
                  <a:srgbClr val="888888"/>
                </a:solidFill>
              </a:defRPr>
            </a:lvl9pPr>
          </a:lstStyle>
          <a:p/>
        </p:txBody>
      </p:sp>
      <p:sp>
        <p:nvSpPr>
          <p:cNvPr id="63" name="Google Shape;63;p1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4" name="Google Shape;64;p1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19"/>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random/>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72" name="Shape 72"/>
        <p:cNvGrpSpPr/>
        <p:nvPr/>
      </p:nvGrpSpPr>
      <p:grpSpPr>
        <a:xfrm>
          <a:off x="0" y="0"/>
          <a:ext cx="0" cy="0"/>
          <a:chOff x="0" y="0"/>
          <a:chExt cx="0" cy="0"/>
        </a:xfrm>
      </p:grpSpPr>
      <p:sp>
        <p:nvSpPr>
          <p:cNvPr id="73" name="Google Shape;73;p21"/>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4" name="Google Shape;74;p21"/>
          <p:cNvSpPr txBox="1"/>
          <p:nvPr>
            <p:ph idx="1" type="body"/>
          </p:nvPr>
        </p:nvSpPr>
        <p:spPr>
          <a:xfrm>
            <a:off x="845127" y="1828802"/>
            <a:ext cx="5181600" cy="4351337"/>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5" name="Google Shape;75;p21"/>
          <p:cNvSpPr txBox="1"/>
          <p:nvPr>
            <p:ph idx="2" type="body"/>
          </p:nvPr>
        </p:nvSpPr>
        <p:spPr>
          <a:xfrm>
            <a:off x="6172200" y="1828802"/>
            <a:ext cx="5181600" cy="4351337"/>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6" name="Google Shape;76;p2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7" name="Google Shape;77;p2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21"/>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random/>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p:cSld name="Comparación">
    <p:spTree>
      <p:nvGrpSpPr>
        <p:cNvPr id="85" name="Shape 85"/>
        <p:cNvGrpSpPr/>
        <p:nvPr/>
      </p:nvGrpSpPr>
      <p:grpSpPr>
        <a:xfrm>
          <a:off x="0" y="0"/>
          <a:ext cx="0" cy="0"/>
          <a:chOff x="0" y="0"/>
          <a:chExt cx="0" cy="0"/>
        </a:xfrm>
      </p:grpSpPr>
      <p:sp>
        <p:nvSpPr>
          <p:cNvPr id="86" name="Google Shape;86;p23"/>
          <p:cNvSpPr txBox="1"/>
          <p:nvPr>
            <p:ph idx="1" type="body"/>
          </p:nvPr>
        </p:nvSpPr>
        <p:spPr>
          <a:xfrm>
            <a:off x="845127" y="1681852"/>
            <a:ext cx="5156200" cy="825699"/>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spcBef>
                <a:spcPts val="240"/>
              </a:spcBef>
              <a:spcAft>
                <a:spcPts val="0"/>
              </a:spcAft>
              <a:buClr>
                <a:schemeClr val="dk1"/>
              </a:buClr>
              <a:buSzPts val="1200"/>
              <a:buNone/>
              <a:defRPr b="1" sz="1200"/>
            </a:lvl6pPr>
            <a:lvl7pPr indent="-228600" lvl="6" marL="3200400" algn="l">
              <a:spcBef>
                <a:spcPts val="240"/>
              </a:spcBef>
              <a:spcAft>
                <a:spcPts val="0"/>
              </a:spcAft>
              <a:buClr>
                <a:schemeClr val="dk1"/>
              </a:buClr>
              <a:buSzPts val="1200"/>
              <a:buNone/>
              <a:defRPr b="1" sz="1200"/>
            </a:lvl7pPr>
            <a:lvl8pPr indent="-228600" lvl="7" marL="3657600" algn="l">
              <a:spcBef>
                <a:spcPts val="240"/>
              </a:spcBef>
              <a:spcAft>
                <a:spcPts val="0"/>
              </a:spcAft>
              <a:buClr>
                <a:schemeClr val="dk1"/>
              </a:buClr>
              <a:buSzPts val="1200"/>
              <a:buNone/>
              <a:defRPr b="1" sz="1200"/>
            </a:lvl8pPr>
            <a:lvl9pPr indent="-228600" lvl="8" marL="4114800" algn="l">
              <a:spcBef>
                <a:spcPts val="240"/>
              </a:spcBef>
              <a:spcAft>
                <a:spcPts val="0"/>
              </a:spcAft>
              <a:buClr>
                <a:schemeClr val="dk1"/>
              </a:buClr>
              <a:buSzPts val="1200"/>
              <a:buNone/>
              <a:defRPr b="1" sz="1200"/>
            </a:lvl9pPr>
          </a:lstStyle>
          <a:p/>
        </p:txBody>
      </p:sp>
      <p:sp>
        <p:nvSpPr>
          <p:cNvPr id="87" name="Google Shape;87;p23"/>
          <p:cNvSpPr txBox="1"/>
          <p:nvPr>
            <p:ph idx="2" type="body"/>
          </p:nvPr>
        </p:nvSpPr>
        <p:spPr>
          <a:xfrm>
            <a:off x="845127" y="2507552"/>
            <a:ext cx="5156200" cy="368052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88" name="Google Shape;88;p23"/>
          <p:cNvSpPr txBox="1"/>
          <p:nvPr>
            <p:ph idx="3" type="body"/>
          </p:nvPr>
        </p:nvSpPr>
        <p:spPr>
          <a:xfrm>
            <a:off x="6172201" y="1681851"/>
            <a:ext cx="5181601" cy="825698"/>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0"/>
              </a:spcBef>
              <a:spcAft>
                <a:spcPts val="0"/>
              </a:spcAft>
              <a:buClr>
                <a:schemeClr val="dk1"/>
              </a:buClr>
              <a:buSzPts val="1800"/>
              <a:buNone/>
              <a:defRPr b="1" sz="1800"/>
            </a:lvl1pPr>
            <a:lvl2pPr indent="-228600" lvl="1" marL="914400" algn="l">
              <a:lnSpc>
                <a:spcPct val="90000"/>
              </a:lnSpc>
              <a:spcBef>
                <a:spcPts val="375"/>
              </a:spcBef>
              <a:spcAft>
                <a:spcPts val="0"/>
              </a:spcAft>
              <a:buClr>
                <a:schemeClr val="dk1"/>
              </a:buClr>
              <a:buSzPts val="1500"/>
              <a:buNone/>
              <a:defRPr b="1" sz="1500"/>
            </a:lvl2pPr>
            <a:lvl3pPr indent="-228600" lvl="2" marL="1371600" algn="l">
              <a:lnSpc>
                <a:spcPct val="90000"/>
              </a:lnSpc>
              <a:spcBef>
                <a:spcPts val="375"/>
              </a:spcBef>
              <a:spcAft>
                <a:spcPts val="0"/>
              </a:spcAft>
              <a:buClr>
                <a:schemeClr val="dk1"/>
              </a:buClr>
              <a:buSzPts val="1350"/>
              <a:buNone/>
              <a:defRPr b="1" sz="1350"/>
            </a:lvl3pPr>
            <a:lvl4pPr indent="-228600" lvl="3" marL="1828800" algn="l">
              <a:lnSpc>
                <a:spcPct val="90000"/>
              </a:lnSpc>
              <a:spcBef>
                <a:spcPts val="375"/>
              </a:spcBef>
              <a:spcAft>
                <a:spcPts val="0"/>
              </a:spcAft>
              <a:buClr>
                <a:schemeClr val="dk1"/>
              </a:buClr>
              <a:buSzPts val="1200"/>
              <a:buNone/>
              <a:defRPr b="1" sz="1200"/>
            </a:lvl4pPr>
            <a:lvl5pPr indent="-228600" lvl="4" marL="2286000" algn="l">
              <a:lnSpc>
                <a:spcPct val="90000"/>
              </a:lnSpc>
              <a:spcBef>
                <a:spcPts val="375"/>
              </a:spcBef>
              <a:spcAft>
                <a:spcPts val="0"/>
              </a:spcAft>
              <a:buClr>
                <a:schemeClr val="dk1"/>
              </a:buClr>
              <a:buSzPts val="1200"/>
              <a:buNone/>
              <a:defRPr b="1" sz="1200"/>
            </a:lvl5pPr>
            <a:lvl6pPr indent="-228600" lvl="5" marL="2743200" algn="l">
              <a:spcBef>
                <a:spcPts val="240"/>
              </a:spcBef>
              <a:spcAft>
                <a:spcPts val="0"/>
              </a:spcAft>
              <a:buClr>
                <a:schemeClr val="dk1"/>
              </a:buClr>
              <a:buSzPts val="1200"/>
              <a:buNone/>
              <a:defRPr b="1" sz="1200"/>
            </a:lvl6pPr>
            <a:lvl7pPr indent="-228600" lvl="6" marL="3200400" algn="l">
              <a:spcBef>
                <a:spcPts val="240"/>
              </a:spcBef>
              <a:spcAft>
                <a:spcPts val="0"/>
              </a:spcAft>
              <a:buClr>
                <a:schemeClr val="dk1"/>
              </a:buClr>
              <a:buSzPts val="1200"/>
              <a:buNone/>
              <a:defRPr b="1" sz="1200"/>
            </a:lvl7pPr>
            <a:lvl8pPr indent="-228600" lvl="7" marL="3657600" algn="l">
              <a:spcBef>
                <a:spcPts val="240"/>
              </a:spcBef>
              <a:spcAft>
                <a:spcPts val="0"/>
              </a:spcAft>
              <a:buClr>
                <a:schemeClr val="dk1"/>
              </a:buClr>
              <a:buSzPts val="1200"/>
              <a:buNone/>
              <a:defRPr b="1" sz="1200"/>
            </a:lvl8pPr>
            <a:lvl9pPr indent="-228600" lvl="8" marL="4114800" algn="l">
              <a:spcBef>
                <a:spcPts val="240"/>
              </a:spcBef>
              <a:spcAft>
                <a:spcPts val="0"/>
              </a:spcAft>
              <a:buClr>
                <a:schemeClr val="dk1"/>
              </a:buClr>
              <a:buSzPts val="1200"/>
              <a:buNone/>
              <a:defRPr b="1" sz="1200"/>
            </a:lvl9pPr>
          </a:lstStyle>
          <a:p/>
        </p:txBody>
      </p:sp>
      <p:sp>
        <p:nvSpPr>
          <p:cNvPr id="89" name="Google Shape;89;p23"/>
          <p:cNvSpPr txBox="1"/>
          <p:nvPr>
            <p:ph idx="4" type="body"/>
          </p:nvPr>
        </p:nvSpPr>
        <p:spPr>
          <a:xfrm>
            <a:off x="6172201" y="2507552"/>
            <a:ext cx="5181601" cy="3680525"/>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90" name="Google Shape;90;p23"/>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91" name="Google Shape;91;p2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2" name="Google Shape;92;p2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93" name="Google Shape;93;p23"/>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random/>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100" name="Shape 100"/>
        <p:cNvGrpSpPr/>
        <p:nvPr/>
      </p:nvGrpSpPr>
      <p:grpSpPr>
        <a:xfrm>
          <a:off x="0" y="0"/>
          <a:ext cx="0" cy="0"/>
          <a:chOff x="0" y="0"/>
          <a:chExt cx="0" cy="0"/>
        </a:xfrm>
      </p:grpSpPr>
      <p:sp>
        <p:nvSpPr>
          <p:cNvPr id="101" name="Google Shape;101;p25"/>
          <p:cNvSpPr txBox="1"/>
          <p:nvPr>
            <p:ph type="title"/>
          </p:nvPr>
        </p:nvSpPr>
        <p:spPr>
          <a:xfrm>
            <a:off x="841248" y="457202"/>
            <a:ext cx="3931920" cy="160019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SzPts val="1400"/>
              <a:buNone/>
              <a:defRPr b="0"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02" name="Google Shape;102;p25"/>
          <p:cNvSpPr txBox="1"/>
          <p:nvPr>
            <p:ph idx="1" type="body"/>
          </p:nvPr>
        </p:nvSpPr>
        <p:spPr>
          <a:xfrm>
            <a:off x="5181600" y="990600"/>
            <a:ext cx="6172200" cy="4876800"/>
          </a:xfrm>
          <a:prstGeom prst="rect">
            <a:avLst/>
          </a:prstGeom>
          <a:noFill/>
          <a:ln>
            <a:noFill/>
          </a:ln>
        </p:spPr>
        <p:txBody>
          <a:bodyPr anchorCtr="0" anchor="t" bIns="45700" lIns="91425" spcFirstLastPara="1" rIns="91425" wrap="square" tIns="45700">
            <a:noAutofit/>
          </a:bodyPr>
          <a:lstStyle>
            <a:lvl1pPr indent="-381000" lvl="0" marL="457200" algn="l">
              <a:lnSpc>
                <a:spcPct val="90000"/>
              </a:lnSpc>
              <a:spcBef>
                <a:spcPts val="750"/>
              </a:spcBef>
              <a:spcAft>
                <a:spcPts val="0"/>
              </a:spcAft>
              <a:buClr>
                <a:schemeClr val="dk1"/>
              </a:buClr>
              <a:buSzPts val="2400"/>
              <a:buChar char="●"/>
              <a:defRPr sz="2400"/>
            </a:lvl1pPr>
            <a:lvl2pPr indent="-361950" lvl="1" marL="914400" algn="l">
              <a:lnSpc>
                <a:spcPct val="90000"/>
              </a:lnSpc>
              <a:spcBef>
                <a:spcPts val="375"/>
              </a:spcBef>
              <a:spcAft>
                <a:spcPts val="0"/>
              </a:spcAft>
              <a:buClr>
                <a:schemeClr val="dk1"/>
              </a:buClr>
              <a:buSzPts val="2100"/>
              <a:buChar char="●"/>
              <a:defRPr sz="2100"/>
            </a:lvl2pPr>
            <a:lvl3pPr indent="-342900" lvl="2" marL="1371600" algn="l">
              <a:lnSpc>
                <a:spcPct val="90000"/>
              </a:lnSpc>
              <a:spcBef>
                <a:spcPts val="375"/>
              </a:spcBef>
              <a:spcAft>
                <a:spcPts val="0"/>
              </a:spcAft>
              <a:buClr>
                <a:schemeClr val="dk1"/>
              </a:buClr>
              <a:buSzPts val="1800"/>
              <a:buChar char="●"/>
              <a:defRPr sz="1800"/>
            </a:lvl3pPr>
            <a:lvl4pPr indent="-323850" lvl="3" marL="1828800" algn="l">
              <a:lnSpc>
                <a:spcPct val="90000"/>
              </a:lnSpc>
              <a:spcBef>
                <a:spcPts val="375"/>
              </a:spcBef>
              <a:spcAft>
                <a:spcPts val="0"/>
              </a:spcAft>
              <a:buClr>
                <a:schemeClr val="dk1"/>
              </a:buClr>
              <a:buSzPts val="1500"/>
              <a:buChar char="●"/>
              <a:defRPr sz="1500"/>
            </a:lvl4pPr>
            <a:lvl5pPr indent="-323850" lvl="4" marL="2286000" algn="l">
              <a:lnSpc>
                <a:spcPct val="90000"/>
              </a:lnSpc>
              <a:spcBef>
                <a:spcPts val="375"/>
              </a:spcBef>
              <a:spcAft>
                <a:spcPts val="0"/>
              </a:spcAft>
              <a:buClr>
                <a:schemeClr val="dk1"/>
              </a:buClr>
              <a:buSzPts val="1500"/>
              <a:buChar char="●"/>
              <a:defRPr sz="1500"/>
            </a:lvl5pPr>
            <a:lvl6pPr indent="-323850" lvl="5" marL="2743200" algn="l">
              <a:spcBef>
                <a:spcPts val="300"/>
              </a:spcBef>
              <a:spcAft>
                <a:spcPts val="0"/>
              </a:spcAft>
              <a:buClr>
                <a:schemeClr val="dk1"/>
              </a:buClr>
              <a:buSzPts val="1500"/>
              <a:buChar char="●"/>
              <a:defRPr sz="1500"/>
            </a:lvl6pPr>
            <a:lvl7pPr indent="-323850" lvl="6" marL="3200400" algn="l">
              <a:spcBef>
                <a:spcPts val="300"/>
              </a:spcBef>
              <a:spcAft>
                <a:spcPts val="0"/>
              </a:spcAft>
              <a:buClr>
                <a:schemeClr val="dk1"/>
              </a:buClr>
              <a:buSzPts val="1500"/>
              <a:buChar char="●"/>
              <a:defRPr sz="1500"/>
            </a:lvl7pPr>
            <a:lvl8pPr indent="-323850" lvl="7" marL="3657600" algn="l">
              <a:spcBef>
                <a:spcPts val="300"/>
              </a:spcBef>
              <a:spcAft>
                <a:spcPts val="0"/>
              </a:spcAft>
              <a:buClr>
                <a:schemeClr val="dk1"/>
              </a:buClr>
              <a:buSzPts val="1500"/>
              <a:buChar char="●"/>
              <a:defRPr sz="1500"/>
            </a:lvl8pPr>
            <a:lvl9pPr indent="-323850" lvl="8" marL="4114800" algn="l">
              <a:spcBef>
                <a:spcPts val="300"/>
              </a:spcBef>
              <a:spcAft>
                <a:spcPts val="0"/>
              </a:spcAft>
              <a:buClr>
                <a:schemeClr val="dk1"/>
              </a:buClr>
              <a:buSzPts val="1500"/>
              <a:buChar char="●"/>
              <a:defRPr sz="1500"/>
            </a:lvl9pPr>
          </a:lstStyle>
          <a:p/>
        </p:txBody>
      </p:sp>
      <p:sp>
        <p:nvSpPr>
          <p:cNvPr id="103" name="Google Shape;103;p25"/>
          <p:cNvSpPr txBox="1"/>
          <p:nvPr>
            <p:ph idx="2" type="body"/>
          </p:nvPr>
        </p:nvSpPr>
        <p:spPr>
          <a:xfrm>
            <a:off x="841248" y="2057399"/>
            <a:ext cx="3931920" cy="3810001"/>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900"/>
              <a:buNone/>
              <a:defRPr sz="900"/>
            </a:lvl2pPr>
            <a:lvl3pPr indent="-228600" lvl="2" marL="1371600" algn="l">
              <a:lnSpc>
                <a:spcPct val="90000"/>
              </a:lnSpc>
              <a:spcBef>
                <a:spcPts val="375"/>
              </a:spcBef>
              <a:spcAft>
                <a:spcPts val="0"/>
              </a:spcAft>
              <a:buClr>
                <a:schemeClr val="dk1"/>
              </a:buClr>
              <a:buSzPts val="750"/>
              <a:buNone/>
              <a:defRPr sz="750"/>
            </a:lvl3pPr>
            <a:lvl4pPr indent="-228600" lvl="3" marL="1828800" algn="l">
              <a:lnSpc>
                <a:spcPct val="90000"/>
              </a:lnSpc>
              <a:spcBef>
                <a:spcPts val="375"/>
              </a:spcBef>
              <a:spcAft>
                <a:spcPts val="0"/>
              </a:spcAft>
              <a:buClr>
                <a:schemeClr val="dk1"/>
              </a:buClr>
              <a:buSzPts val="675"/>
              <a:buNone/>
              <a:defRPr sz="675"/>
            </a:lvl4pPr>
            <a:lvl5pPr indent="-228600" lvl="4" marL="2286000" algn="l">
              <a:lnSpc>
                <a:spcPct val="90000"/>
              </a:lnSpc>
              <a:spcBef>
                <a:spcPts val="375"/>
              </a:spcBef>
              <a:spcAft>
                <a:spcPts val="0"/>
              </a:spcAft>
              <a:buClr>
                <a:schemeClr val="dk1"/>
              </a:buClr>
              <a:buSzPts val="675"/>
              <a:buNone/>
              <a:defRPr sz="675"/>
            </a:lvl5pPr>
            <a:lvl6pPr indent="-228600" lvl="5" marL="2743200" algn="l">
              <a:spcBef>
                <a:spcPts val="135"/>
              </a:spcBef>
              <a:spcAft>
                <a:spcPts val="0"/>
              </a:spcAft>
              <a:buClr>
                <a:schemeClr val="dk1"/>
              </a:buClr>
              <a:buSzPts val="675"/>
              <a:buNone/>
              <a:defRPr sz="675"/>
            </a:lvl6pPr>
            <a:lvl7pPr indent="-228600" lvl="6" marL="3200400" algn="l">
              <a:spcBef>
                <a:spcPts val="135"/>
              </a:spcBef>
              <a:spcAft>
                <a:spcPts val="0"/>
              </a:spcAft>
              <a:buClr>
                <a:schemeClr val="dk1"/>
              </a:buClr>
              <a:buSzPts val="675"/>
              <a:buNone/>
              <a:defRPr sz="675"/>
            </a:lvl7pPr>
            <a:lvl8pPr indent="-228600" lvl="7" marL="3657600" algn="l">
              <a:spcBef>
                <a:spcPts val="135"/>
              </a:spcBef>
              <a:spcAft>
                <a:spcPts val="0"/>
              </a:spcAft>
              <a:buClr>
                <a:schemeClr val="dk1"/>
              </a:buClr>
              <a:buSzPts val="675"/>
              <a:buNone/>
              <a:defRPr sz="675"/>
            </a:lvl8pPr>
            <a:lvl9pPr indent="-228600" lvl="8" marL="4114800" algn="l">
              <a:spcBef>
                <a:spcPts val="135"/>
              </a:spcBef>
              <a:spcAft>
                <a:spcPts val="0"/>
              </a:spcAft>
              <a:buClr>
                <a:schemeClr val="dk1"/>
              </a:buClr>
              <a:buSzPts val="675"/>
              <a:buNone/>
              <a:defRPr sz="675"/>
            </a:lvl9pPr>
          </a:lstStyle>
          <a:p/>
        </p:txBody>
      </p:sp>
      <p:sp>
        <p:nvSpPr>
          <p:cNvPr id="104" name="Google Shape;104;p2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5" name="Google Shape;105;p2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06" name="Google Shape;106;p25"/>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random/>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113" name="Shape 113"/>
        <p:cNvGrpSpPr/>
        <p:nvPr/>
      </p:nvGrpSpPr>
      <p:grpSpPr>
        <a:xfrm>
          <a:off x="0" y="0"/>
          <a:ext cx="0" cy="0"/>
          <a:chOff x="0" y="0"/>
          <a:chExt cx="0" cy="0"/>
        </a:xfrm>
      </p:grpSpPr>
      <p:sp>
        <p:nvSpPr>
          <p:cNvPr id="114" name="Google Shape;114;p27"/>
          <p:cNvSpPr txBox="1"/>
          <p:nvPr>
            <p:ph type="title"/>
          </p:nvPr>
        </p:nvSpPr>
        <p:spPr>
          <a:xfrm>
            <a:off x="841248" y="457200"/>
            <a:ext cx="3931920"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SzPts val="1400"/>
              <a:buNone/>
              <a:defRPr b="0" sz="24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15" name="Google Shape;115;p27"/>
          <p:cNvSpPr/>
          <p:nvPr>
            <p:ph idx="2" type="pic"/>
          </p:nvPr>
        </p:nvSpPr>
        <p:spPr>
          <a:xfrm>
            <a:off x="5181600" y="990600"/>
            <a:ext cx="6172200" cy="4876800"/>
          </a:xfrm>
          <a:prstGeom prst="rect">
            <a:avLst/>
          </a:prstGeom>
          <a:noFill/>
          <a:ln>
            <a:noFill/>
          </a:ln>
        </p:spPr>
      </p:sp>
      <p:sp>
        <p:nvSpPr>
          <p:cNvPr id="116" name="Google Shape;116;p27"/>
          <p:cNvSpPr txBox="1"/>
          <p:nvPr>
            <p:ph idx="1" type="body"/>
          </p:nvPr>
        </p:nvSpPr>
        <p:spPr>
          <a:xfrm>
            <a:off x="841248" y="2057400"/>
            <a:ext cx="3931920" cy="3810000"/>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750"/>
              </a:spcBef>
              <a:spcAft>
                <a:spcPts val="0"/>
              </a:spcAft>
              <a:buClr>
                <a:schemeClr val="dk1"/>
              </a:buClr>
              <a:buSzPts val="1200"/>
              <a:buNone/>
              <a:defRPr sz="1200"/>
            </a:lvl1pPr>
            <a:lvl2pPr indent="-228600" lvl="1" marL="914400" algn="l">
              <a:lnSpc>
                <a:spcPct val="90000"/>
              </a:lnSpc>
              <a:spcBef>
                <a:spcPts val="375"/>
              </a:spcBef>
              <a:spcAft>
                <a:spcPts val="0"/>
              </a:spcAft>
              <a:buClr>
                <a:schemeClr val="dk1"/>
              </a:buClr>
              <a:buSzPts val="900"/>
              <a:buNone/>
              <a:defRPr sz="900"/>
            </a:lvl2pPr>
            <a:lvl3pPr indent="-228600" lvl="2" marL="1371600" algn="l">
              <a:lnSpc>
                <a:spcPct val="90000"/>
              </a:lnSpc>
              <a:spcBef>
                <a:spcPts val="375"/>
              </a:spcBef>
              <a:spcAft>
                <a:spcPts val="0"/>
              </a:spcAft>
              <a:buClr>
                <a:schemeClr val="dk1"/>
              </a:buClr>
              <a:buSzPts val="750"/>
              <a:buNone/>
              <a:defRPr sz="750"/>
            </a:lvl3pPr>
            <a:lvl4pPr indent="-228600" lvl="3" marL="1828800" algn="l">
              <a:lnSpc>
                <a:spcPct val="90000"/>
              </a:lnSpc>
              <a:spcBef>
                <a:spcPts val="375"/>
              </a:spcBef>
              <a:spcAft>
                <a:spcPts val="0"/>
              </a:spcAft>
              <a:buClr>
                <a:schemeClr val="dk1"/>
              </a:buClr>
              <a:buSzPts val="675"/>
              <a:buNone/>
              <a:defRPr sz="675"/>
            </a:lvl4pPr>
            <a:lvl5pPr indent="-228600" lvl="4" marL="2286000" algn="l">
              <a:lnSpc>
                <a:spcPct val="90000"/>
              </a:lnSpc>
              <a:spcBef>
                <a:spcPts val="375"/>
              </a:spcBef>
              <a:spcAft>
                <a:spcPts val="0"/>
              </a:spcAft>
              <a:buClr>
                <a:schemeClr val="dk1"/>
              </a:buClr>
              <a:buSzPts val="675"/>
              <a:buNone/>
              <a:defRPr sz="675"/>
            </a:lvl5pPr>
            <a:lvl6pPr indent="-228600" lvl="5" marL="2743200" algn="l">
              <a:spcBef>
                <a:spcPts val="135"/>
              </a:spcBef>
              <a:spcAft>
                <a:spcPts val="0"/>
              </a:spcAft>
              <a:buClr>
                <a:schemeClr val="dk1"/>
              </a:buClr>
              <a:buSzPts val="675"/>
              <a:buNone/>
              <a:defRPr sz="675"/>
            </a:lvl6pPr>
            <a:lvl7pPr indent="-228600" lvl="6" marL="3200400" algn="l">
              <a:spcBef>
                <a:spcPts val="135"/>
              </a:spcBef>
              <a:spcAft>
                <a:spcPts val="0"/>
              </a:spcAft>
              <a:buClr>
                <a:schemeClr val="dk1"/>
              </a:buClr>
              <a:buSzPts val="675"/>
              <a:buNone/>
              <a:defRPr sz="675"/>
            </a:lvl7pPr>
            <a:lvl8pPr indent="-228600" lvl="7" marL="3657600" algn="l">
              <a:spcBef>
                <a:spcPts val="135"/>
              </a:spcBef>
              <a:spcAft>
                <a:spcPts val="0"/>
              </a:spcAft>
              <a:buClr>
                <a:schemeClr val="dk1"/>
              </a:buClr>
              <a:buSzPts val="675"/>
              <a:buNone/>
              <a:defRPr sz="675"/>
            </a:lvl8pPr>
            <a:lvl9pPr indent="-228600" lvl="8" marL="4114800" algn="l">
              <a:spcBef>
                <a:spcPts val="135"/>
              </a:spcBef>
              <a:spcAft>
                <a:spcPts val="0"/>
              </a:spcAft>
              <a:buClr>
                <a:schemeClr val="dk1"/>
              </a:buClr>
              <a:buSzPts val="675"/>
              <a:buNone/>
              <a:defRPr sz="675"/>
            </a:lvl9pPr>
          </a:lstStyle>
          <a:p/>
        </p:txBody>
      </p:sp>
      <p:sp>
        <p:nvSpPr>
          <p:cNvPr id="117" name="Google Shape;117;p2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8" name="Google Shape;118;p2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19" name="Google Shape;119;p27"/>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random/>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126" name="Shape 126"/>
        <p:cNvGrpSpPr/>
        <p:nvPr/>
      </p:nvGrpSpPr>
      <p:grpSpPr>
        <a:xfrm>
          <a:off x="0" y="0"/>
          <a:ext cx="0" cy="0"/>
          <a:chOff x="0" y="0"/>
          <a:chExt cx="0" cy="0"/>
        </a:xfrm>
      </p:grpSpPr>
      <p:sp>
        <p:nvSpPr>
          <p:cNvPr id="127" name="Google Shape;127;p29"/>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28" name="Google Shape;128;p29"/>
          <p:cNvSpPr txBox="1"/>
          <p:nvPr>
            <p:ph idx="1" type="body"/>
          </p:nvPr>
        </p:nvSpPr>
        <p:spPr>
          <a:xfrm rot="5400000">
            <a:off x="3926682" y="-1253332"/>
            <a:ext cx="4351337"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29" name="Google Shape;129;p2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0" name="Google Shape;130;p2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31" name="Google Shape;131;p29"/>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random/>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138" name="Shape 138"/>
        <p:cNvGrpSpPr/>
        <p:nvPr/>
      </p:nvGrpSpPr>
      <p:grpSpPr>
        <a:xfrm>
          <a:off x="0" y="0"/>
          <a:ext cx="0" cy="0"/>
          <a:chOff x="0" y="0"/>
          <a:chExt cx="0" cy="0"/>
        </a:xfrm>
      </p:grpSpPr>
      <p:sp>
        <p:nvSpPr>
          <p:cNvPr id="139" name="Google Shape;139;p31"/>
          <p:cNvSpPr txBox="1"/>
          <p:nvPr>
            <p:ph type="title"/>
          </p:nvPr>
        </p:nvSpPr>
        <p:spPr>
          <a:xfrm rot="5400000">
            <a:off x="7133432" y="1951831"/>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40" name="Google Shape;140;p31"/>
          <p:cNvSpPr txBox="1"/>
          <p:nvPr>
            <p:ph idx="1" type="body"/>
          </p:nvPr>
        </p:nvSpPr>
        <p:spPr>
          <a:xfrm rot="5400000">
            <a:off x="1799432" y="-600867"/>
            <a:ext cx="5811837"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750"/>
              </a:spcBef>
              <a:spcAft>
                <a:spcPts val="0"/>
              </a:spcAft>
              <a:buClr>
                <a:schemeClr val="dk1"/>
              </a:buClr>
              <a:buSzPts val="1800"/>
              <a:buChar char="●"/>
              <a:defRPr/>
            </a:lvl1pPr>
            <a:lvl2pPr indent="-342900" lvl="1" marL="914400" algn="l">
              <a:lnSpc>
                <a:spcPct val="90000"/>
              </a:lnSpc>
              <a:spcBef>
                <a:spcPts val="375"/>
              </a:spcBef>
              <a:spcAft>
                <a:spcPts val="0"/>
              </a:spcAft>
              <a:buClr>
                <a:schemeClr val="dk1"/>
              </a:buClr>
              <a:buSzPts val="1800"/>
              <a:buChar char="●"/>
              <a:defRPr/>
            </a:lvl2pPr>
            <a:lvl3pPr indent="-342900" lvl="2" marL="1371600" algn="l">
              <a:lnSpc>
                <a:spcPct val="90000"/>
              </a:lnSpc>
              <a:spcBef>
                <a:spcPts val="375"/>
              </a:spcBef>
              <a:spcAft>
                <a:spcPts val="0"/>
              </a:spcAft>
              <a:buClr>
                <a:schemeClr val="dk1"/>
              </a:buClr>
              <a:buSzPts val="1800"/>
              <a:buChar char="●"/>
              <a:defRPr/>
            </a:lvl3pPr>
            <a:lvl4pPr indent="-342900" lvl="3" marL="1828800" algn="l">
              <a:lnSpc>
                <a:spcPct val="90000"/>
              </a:lnSpc>
              <a:spcBef>
                <a:spcPts val="375"/>
              </a:spcBef>
              <a:spcAft>
                <a:spcPts val="0"/>
              </a:spcAft>
              <a:buClr>
                <a:schemeClr val="dk1"/>
              </a:buClr>
              <a:buSzPts val="1800"/>
              <a:buChar char="●"/>
              <a:defRPr/>
            </a:lvl4pPr>
            <a:lvl5pPr indent="-342900" lvl="4" marL="2286000" algn="l">
              <a:lnSpc>
                <a:spcPct val="90000"/>
              </a:lnSpc>
              <a:spcBef>
                <a:spcPts val="375"/>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141" name="Google Shape;141;p3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2" name="Google Shape;142;p3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sz="800">
                <a:solidFill>
                  <a:srgbClr val="595959"/>
                </a:solidFill>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43" name="Google Shape;143;p31"/>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1pPr>
            <a:lvl2pPr indent="0" lvl="1"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2pPr>
            <a:lvl3pPr indent="0" lvl="2"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3pPr>
            <a:lvl4pPr indent="0" lvl="3"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4pPr>
            <a:lvl5pPr indent="0" lvl="4"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5pPr>
            <a:lvl6pPr indent="0" lvl="5"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6pPr>
            <a:lvl7pPr indent="0" lvl="6"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7pPr>
            <a:lvl8pPr indent="0" lvl="7"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8pPr>
            <a:lvl9pPr indent="0" lvl="8" marL="0" marR="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transition spd="slow">
    <p:random/>
  </p:transition>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5.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heme" Target="../theme/theme1.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10.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6.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2.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9.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11.xml"/></Relationships>
</file>

<file path=ppt/slideMasters/_rels/slideMaster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theme" Target="../theme/theme3.xml"/></Relationships>
</file>

<file path=ppt/slideMasters/_rels/slideMaster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theme" Target="../theme/theme7.xml"/></Relationships>
</file>

<file path=ppt/slideMasters/_rels/slideMaster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theme" Target="../theme/theme12.xml"/></Relationships>
</file>

<file path=ppt/slideMasters/_rels/slideMaster1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theme" Target="../theme/theme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sp>
        <p:nvSpPr>
          <p:cNvPr id="10" name="Google Shape;10;p10"/>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11" name="Google Shape;11;p10"/>
          <p:cNvSpPr txBox="1"/>
          <p:nvPr>
            <p:ph idx="1" type="body"/>
          </p:nvPr>
        </p:nvSpPr>
        <p:spPr>
          <a:xfrm>
            <a:off x="844550" y="1828800"/>
            <a:ext cx="105156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Noto Sans Symbols"/>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Noto Sans Symbols"/>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5pPr>
            <a:lvl6pPr indent="-314325" lvl="5" marL="27432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6pPr>
            <a:lvl7pPr indent="-314325" lvl="6" marL="32004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7pPr>
            <a:lvl8pPr indent="-314325" lvl="7" marL="36576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8pPr>
            <a:lvl9pPr indent="-314325" lvl="8" marL="41148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9pPr>
          </a:lstStyle>
          <a:p/>
        </p:txBody>
      </p:sp>
      <p:sp>
        <p:nvSpPr>
          <p:cNvPr id="12" name="Google Shape;12;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800" u="none" cap="none" strike="noStrik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13" name="Google Shape;13;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800" u="none" cap="none" strike="noStrik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14" name="Google Shape;14;p10"/>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1pPr>
            <a:lvl2pPr indent="0" lvl="1"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2pPr>
            <a:lvl3pPr indent="0" lvl="2"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3pPr>
            <a:lvl4pPr indent="0" lvl="3"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4pPr>
            <a:lvl5pPr indent="0" lvl="4"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5pPr>
            <a:lvl6pPr indent="0" lvl="5"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6pPr>
            <a:lvl7pPr indent="0" lvl="6"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7pPr>
            <a:lvl8pPr indent="0" lvl="7"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8pPr>
            <a:lvl9pPr indent="0" lvl="8"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Lst>
  <p:transition>
    <p:random/>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1" name="Shape 21"/>
        <p:cNvGrpSpPr/>
        <p:nvPr/>
      </p:nvGrpSpPr>
      <p:grpSpPr>
        <a:xfrm>
          <a:off x="0" y="0"/>
          <a:ext cx="0" cy="0"/>
          <a:chOff x="0" y="0"/>
          <a:chExt cx="0" cy="0"/>
        </a:xfrm>
      </p:grpSpPr>
      <p:sp>
        <p:nvSpPr>
          <p:cNvPr id="22" name="Google Shape;22;p12"/>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23" name="Google Shape;23;p12"/>
          <p:cNvSpPr txBox="1"/>
          <p:nvPr>
            <p:ph idx="1" type="body"/>
          </p:nvPr>
        </p:nvSpPr>
        <p:spPr>
          <a:xfrm>
            <a:off x="844550" y="1828800"/>
            <a:ext cx="105156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Noto Sans Symbols"/>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Noto Sans Symbols"/>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5pPr>
            <a:lvl6pPr indent="-314325" lvl="5" marL="27432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6pPr>
            <a:lvl7pPr indent="-314325" lvl="6" marL="32004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7pPr>
            <a:lvl8pPr indent="-314325" lvl="7" marL="36576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8pPr>
            <a:lvl9pPr indent="-314325" lvl="8" marL="41148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9pPr>
          </a:lstStyle>
          <a:p/>
        </p:txBody>
      </p:sp>
      <p:sp>
        <p:nvSpPr>
          <p:cNvPr id="24" name="Google Shape;24;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800" u="none" cap="none" strike="noStrik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25" name="Google Shape;25;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800" u="none" cap="none" strike="noStrik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26" name="Google Shape;26;p12"/>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1pPr>
            <a:lvl2pPr indent="0" lvl="1"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2pPr>
            <a:lvl3pPr indent="0" lvl="2"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3pPr>
            <a:lvl4pPr indent="0" lvl="3"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4pPr>
            <a:lvl5pPr indent="0" lvl="4"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5pPr>
            <a:lvl6pPr indent="0" lvl="5"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6pPr>
            <a:lvl7pPr indent="0" lvl="6"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7pPr>
            <a:lvl8pPr indent="0" lvl="7"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8pPr>
            <a:lvl9pPr indent="0" lvl="8" marL="0" marR="0" rtl="0" algn="r">
              <a:lnSpc>
                <a:spcPct val="100000"/>
              </a:lnSpc>
              <a:spcBef>
                <a:spcPts val="0"/>
              </a:spcBef>
              <a:spcAft>
                <a:spcPts val="0"/>
              </a:spcAft>
              <a:buClr>
                <a:srgbClr val="898989"/>
              </a:buClr>
              <a:buSzPts val="800"/>
              <a:buFont typeface="Tahoma"/>
              <a:buNone/>
              <a:defRPr b="0" i="0" sz="800" u="none" cap="none" strike="noStrik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1" r:id="rId1"/>
  </p:sldLayoutIdLst>
  <p:transition>
    <p:random/>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 name="Shape 33"/>
        <p:cNvGrpSpPr/>
        <p:nvPr/>
      </p:nvGrpSpPr>
      <p:grpSpPr>
        <a:xfrm>
          <a:off x="0" y="0"/>
          <a:ext cx="0" cy="0"/>
          <a:chOff x="0" y="0"/>
          <a:chExt cx="0" cy="0"/>
        </a:xfrm>
      </p:grpSpPr>
      <p:sp>
        <p:nvSpPr>
          <p:cNvPr id="34" name="Google Shape;34;p14"/>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35" name="Google Shape;35;p14"/>
          <p:cNvSpPr txBox="1"/>
          <p:nvPr>
            <p:ph idx="1" type="body"/>
          </p:nvPr>
        </p:nvSpPr>
        <p:spPr>
          <a:xfrm>
            <a:off x="844550" y="1828800"/>
            <a:ext cx="105156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Noto Sans Symbols"/>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Noto Sans Symbols"/>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5pPr>
            <a:lvl6pPr indent="-314325" lvl="5" marL="27432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6pPr>
            <a:lvl7pPr indent="-314325" lvl="6" marL="32004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7pPr>
            <a:lvl8pPr indent="-314325" lvl="7" marL="36576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8pPr>
            <a:lvl9pPr indent="-314325" lvl="8" marL="41148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9pPr>
          </a:lstStyle>
          <a:p/>
        </p:txBody>
      </p:sp>
      <p:sp>
        <p:nvSpPr>
          <p:cNvPr id="36" name="Google Shape;36;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800" u="non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37" name="Google Shape;37;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800" u="non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38" name="Google Shape;38;p14"/>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1pPr>
            <a:lvl2pPr indent="0" lvl="1"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2pPr>
            <a:lvl3pPr indent="0" lvl="2"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3pPr>
            <a:lvl4pPr indent="0" lvl="3"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4pPr>
            <a:lvl5pPr indent="0" lvl="4"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5pPr>
            <a:lvl6pPr indent="0" lvl="5"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6pPr>
            <a:lvl7pPr indent="0" lvl="6"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7pPr>
            <a:lvl8pPr indent="0" lvl="7"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8pPr>
            <a:lvl9pPr indent="0" lvl="8"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3" r:id="rId1"/>
  </p:sldLayoutIdLst>
  <p:transition>
    <p:random/>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43" name="Shape 43"/>
        <p:cNvGrpSpPr/>
        <p:nvPr/>
      </p:nvGrpSpPr>
      <p:grpSpPr>
        <a:xfrm>
          <a:off x="0" y="0"/>
          <a:ext cx="0" cy="0"/>
          <a:chOff x="0" y="0"/>
          <a:chExt cx="0" cy="0"/>
        </a:xfrm>
      </p:grpSpPr>
      <p:sp>
        <p:nvSpPr>
          <p:cNvPr id="44" name="Google Shape;44;p16"/>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45" name="Google Shape;45;p16"/>
          <p:cNvSpPr txBox="1"/>
          <p:nvPr>
            <p:ph idx="1" type="body"/>
          </p:nvPr>
        </p:nvSpPr>
        <p:spPr>
          <a:xfrm>
            <a:off x="844550" y="1828800"/>
            <a:ext cx="105156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Noto Sans Symbols"/>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Noto Sans Symbols"/>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5pPr>
            <a:lvl6pPr indent="-314325" lvl="5" marL="27432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6pPr>
            <a:lvl7pPr indent="-314325" lvl="6" marL="32004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7pPr>
            <a:lvl8pPr indent="-314325" lvl="7" marL="36576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8pPr>
            <a:lvl9pPr indent="-314325" lvl="8" marL="41148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9pPr>
          </a:lstStyle>
          <a:p/>
        </p:txBody>
      </p:sp>
      <p:sp>
        <p:nvSpPr>
          <p:cNvPr id="46" name="Google Shape;46;p1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800" u="non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47" name="Google Shape;47;p1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800" u="non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48" name="Google Shape;48;p16"/>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1pPr>
            <a:lvl2pPr indent="0" lvl="1"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2pPr>
            <a:lvl3pPr indent="0" lvl="2"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3pPr>
            <a:lvl4pPr indent="0" lvl="3"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4pPr>
            <a:lvl5pPr indent="0" lvl="4"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5pPr>
            <a:lvl6pPr indent="0" lvl="5"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6pPr>
            <a:lvl7pPr indent="0" lvl="6"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7pPr>
            <a:lvl8pPr indent="0" lvl="7"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8pPr>
            <a:lvl9pPr indent="0" lvl="8"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5" r:id="rId1"/>
  </p:sldLayoutIdLst>
  <p:transition>
    <p:random/>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5.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4" name="Shape 54"/>
        <p:cNvGrpSpPr/>
        <p:nvPr/>
      </p:nvGrpSpPr>
      <p:grpSpPr>
        <a:xfrm>
          <a:off x="0" y="0"/>
          <a:ext cx="0" cy="0"/>
          <a:chOff x="0" y="0"/>
          <a:chExt cx="0" cy="0"/>
        </a:xfrm>
      </p:grpSpPr>
      <p:sp>
        <p:nvSpPr>
          <p:cNvPr id="55" name="Google Shape;55;p18"/>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56" name="Google Shape;56;p18"/>
          <p:cNvSpPr txBox="1"/>
          <p:nvPr>
            <p:ph idx="1" type="body"/>
          </p:nvPr>
        </p:nvSpPr>
        <p:spPr>
          <a:xfrm>
            <a:off x="844550" y="1828800"/>
            <a:ext cx="105156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Noto Sans Symbols"/>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Noto Sans Symbols"/>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5pPr>
            <a:lvl6pPr indent="-314325" lvl="5" marL="27432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6pPr>
            <a:lvl7pPr indent="-314325" lvl="6" marL="32004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7pPr>
            <a:lvl8pPr indent="-314325" lvl="7" marL="36576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8pPr>
            <a:lvl9pPr indent="-314325" lvl="8" marL="41148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9pPr>
          </a:lstStyle>
          <a:p/>
        </p:txBody>
      </p:sp>
      <p:sp>
        <p:nvSpPr>
          <p:cNvPr id="57" name="Google Shape;57;p1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800" u="non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58" name="Google Shape;58;p1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800" u="non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59" name="Google Shape;59;p18"/>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1pPr>
            <a:lvl2pPr indent="0" lvl="1"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2pPr>
            <a:lvl3pPr indent="0" lvl="2"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3pPr>
            <a:lvl4pPr indent="0" lvl="3"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4pPr>
            <a:lvl5pPr indent="0" lvl="4"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5pPr>
            <a:lvl6pPr indent="0" lvl="5"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6pPr>
            <a:lvl7pPr indent="0" lvl="6"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7pPr>
            <a:lvl8pPr indent="0" lvl="7"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8pPr>
            <a:lvl9pPr indent="0" lvl="8"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7" r:id="rId1"/>
  </p:sldLayoutIdLst>
  <p:transition>
    <p:random/>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6.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66" name="Shape 66"/>
        <p:cNvGrpSpPr/>
        <p:nvPr/>
      </p:nvGrpSpPr>
      <p:grpSpPr>
        <a:xfrm>
          <a:off x="0" y="0"/>
          <a:ext cx="0" cy="0"/>
          <a:chOff x="0" y="0"/>
          <a:chExt cx="0" cy="0"/>
        </a:xfrm>
      </p:grpSpPr>
      <p:sp>
        <p:nvSpPr>
          <p:cNvPr id="67" name="Google Shape;67;p20"/>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68" name="Google Shape;68;p20"/>
          <p:cNvSpPr txBox="1"/>
          <p:nvPr>
            <p:ph idx="1" type="body"/>
          </p:nvPr>
        </p:nvSpPr>
        <p:spPr>
          <a:xfrm>
            <a:off x="844550" y="1828800"/>
            <a:ext cx="105156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Noto Sans Symbols"/>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Noto Sans Symbols"/>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5pPr>
            <a:lvl6pPr indent="-314325" lvl="5" marL="27432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6pPr>
            <a:lvl7pPr indent="-314325" lvl="6" marL="32004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7pPr>
            <a:lvl8pPr indent="-314325" lvl="7" marL="36576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8pPr>
            <a:lvl9pPr indent="-314325" lvl="8" marL="41148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9pPr>
          </a:lstStyle>
          <a:p/>
        </p:txBody>
      </p:sp>
      <p:sp>
        <p:nvSpPr>
          <p:cNvPr id="69" name="Google Shape;69;p2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800" u="non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70" name="Google Shape;70;p2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800" u="non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71" name="Google Shape;71;p20"/>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1pPr>
            <a:lvl2pPr indent="0" lvl="1"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2pPr>
            <a:lvl3pPr indent="0" lvl="2"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3pPr>
            <a:lvl4pPr indent="0" lvl="3"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4pPr>
            <a:lvl5pPr indent="0" lvl="4"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5pPr>
            <a:lvl6pPr indent="0" lvl="5"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6pPr>
            <a:lvl7pPr indent="0" lvl="6"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7pPr>
            <a:lvl8pPr indent="0" lvl="7"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8pPr>
            <a:lvl9pPr indent="0" lvl="8"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59" r:id="rId1"/>
  </p:sldLayoutIdLst>
  <p:transition>
    <p:random/>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7.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79" name="Shape 79"/>
        <p:cNvGrpSpPr/>
        <p:nvPr/>
      </p:nvGrpSpPr>
      <p:grpSpPr>
        <a:xfrm>
          <a:off x="0" y="0"/>
          <a:ext cx="0" cy="0"/>
          <a:chOff x="0" y="0"/>
          <a:chExt cx="0" cy="0"/>
        </a:xfrm>
      </p:grpSpPr>
      <p:sp>
        <p:nvSpPr>
          <p:cNvPr id="80" name="Google Shape;80;p22"/>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81" name="Google Shape;81;p22"/>
          <p:cNvSpPr txBox="1"/>
          <p:nvPr>
            <p:ph idx="1" type="body"/>
          </p:nvPr>
        </p:nvSpPr>
        <p:spPr>
          <a:xfrm>
            <a:off x="844550" y="1828800"/>
            <a:ext cx="105156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Noto Sans Symbols"/>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Noto Sans Symbols"/>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5pPr>
            <a:lvl6pPr indent="-314325" lvl="5" marL="27432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6pPr>
            <a:lvl7pPr indent="-314325" lvl="6" marL="32004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7pPr>
            <a:lvl8pPr indent="-314325" lvl="7" marL="36576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8pPr>
            <a:lvl9pPr indent="-314325" lvl="8" marL="41148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9pPr>
          </a:lstStyle>
          <a:p/>
        </p:txBody>
      </p:sp>
      <p:sp>
        <p:nvSpPr>
          <p:cNvPr id="82" name="Google Shape;82;p2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800" u="non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83" name="Google Shape;83;p2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800" u="non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84" name="Google Shape;84;p22"/>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1pPr>
            <a:lvl2pPr indent="0" lvl="1"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2pPr>
            <a:lvl3pPr indent="0" lvl="2"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3pPr>
            <a:lvl4pPr indent="0" lvl="3"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4pPr>
            <a:lvl5pPr indent="0" lvl="4"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5pPr>
            <a:lvl6pPr indent="0" lvl="5"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6pPr>
            <a:lvl7pPr indent="0" lvl="6"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7pPr>
            <a:lvl8pPr indent="0" lvl="7"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8pPr>
            <a:lvl9pPr indent="0" lvl="8"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1" r:id="rId1"/>
  </p:sldLayoutIdLst>
  <p:transition>
    <p:random/>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8.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4" name="Shape 94"/>
        <p:cNvGrpSpPr/>
        <p:nvPr/>
      </p:nvGrpSpPr>
      <p:grpSpPr>
        <a:xfrm>
          <a:off x="0" y="0"/>
          <a:ext cx="0" cy="0"/>
          <a:chOff x="0" y="0"/>
          <a:chExt cx="0" cy="0"/>
        </a:xfrm>
      </p:grpSpPr>
      <p:sp>
        <p:nvSpPr>
          <p:cNvPr id="95" name="Google Shape;95;p24"/>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96" name="Google Shape;96;p24"/>
          <p:cNvSpPr txBox="1"/>
          <p:nvPr>
            <p:ph idx="1" type="body"/>
          </p:nvPr>
        </p:nvSpPr>
        <p:spPr>
          <a:xfrm>
            <a:off x="844550" y="1828800"/>
            <a:ext cx="105156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Noto Sans Symbols"/>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Noto Sans Symbols"/>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5pPr>
            <a:lvl6pPr indent="-314325" lvl="5" marL="27432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6pPr>
            <a:lvl7pPr indent="-314325" lvl="6" marL="32004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7pPr>
            <a:lvl8pPr indent="-314325" lvl="7" marL="36576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8pPr>
            <a:lvl9pPr indent="-314325" lvl="8" marL="41148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9pPr>
          </a:lstStyle>
          <a:p/>
        </p:txBody>
      </p:sp>
      <p:sp>
        <p:nvSpPr>
          <p:cNvPr id="97" name="Google Shape;97;p2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800" u="non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98" name="Google Shape;98;p2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800" u="non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99" name="Google Shape;99;p24"/>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1pPr>
            <a:lvl2pPr indent="0" lvl="1"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2pPr>
            <a:lvl3pPr indent="0" lvl="2"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3pPr>
            <a:lvl4pPr indent="0" lvl="3"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4pPr>
            <a:lvl5pPr indent="0" lvl="4"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5pPr>
            <a:lvl6pPr indent="0" lvl="5"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6pPr>
            <a:lvl7pPr indent="0" lvl="6"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7pPr>
            <a:lvl8pPr indent="0" lvl="7"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8pPr>
            <a:lvl9pPr indent="0" lvl="8"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3" r:id="rId1"/>
  </p:sldLayoutIdLst>
  <p:transition>
    <p:random/>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9.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07" name="Shape 107"/>
        <p:cNvGrpSpPr/>
        <p:nvPr/>
      </p:nvGrpSpPr>
      <p:grpSpPr>
        <a:xfrm>
          <a:off x="0" y="0"/>
          <a:ext cx="0" cy="0"/>
          <a:chOff x="0" y="0"/>
          <a:chExt cx="0" cy="0"/>
        </a:xfrm>
      </p:grpSpPr>
      <p:sp>
        <p:nvSpPr>
          <p:cNvPr id="108" name="Google Shape;108;p26"/>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109" name="Google Shape;109;p26"/>
          <p:cNvSpPr txBox="1"/>
          <p:nvPr>
            <p:ph idx="1" type="body"/>
          </p:nvPr>
        </p:nvSpPr>
        <p:spPr>
          <a:xfrm>
            <a:off x="844550" y="1828800"/>
            <a:ext cx="105156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Noto Sans Symbols"/>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Noto Sans Symbols"/>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5pPr>
            <a:lvl6pPr indent="-314325" lvl="5" marL="27432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6pPr>
            <a:lvl7pPr indent="-314325" lvl="6" marL="32004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7pPr>
            <a:lvl8pPr indent="-314325" lvl="7" marL="36576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8pPr>
            <a:lvl9pPr indent="-314325" lvl="8" marL="41148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9pPr>
          </a:lstStyle>
          <a:p/>
        </p:txBody>
      </p:sp>
      <p:sp>
        <p:nvSpPr>
          <p:cNvPr id="110" name="Google Shape;110;p2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800" u="non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111" name="Google Shape;111;p2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800" u="non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112" name="Google Shape;112;p26"/>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1pPr>
            <a:lvl2pPr indent="0" lvl="1"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2pPr>
            <a:lvl3pPr indent="0" lvl="2"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3pPr>
            <a:lvl4pPr indent="0" lvl="3"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4pPr>
            <a:lvl5pPr indent="0" lvl="4"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5pPr>
            <a:lvl6pPr indent="0" lvl="5"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6pPr>
            <a:lvl7pPr indent="0" lvl="6"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7pPr>
            <a:lvl8pPr indent="0" lvl="7"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8pPr>
            <a:lvl9pPr indent="0" lvl="8"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5" r:id="rId1"/>
  </p:sldLayoutIdLst>
  <p:transition>
    <p:random/>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0.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20" name="Shape 120"/>
        <p:cNvGrpSpPr/>
        <p:nvPr/>
      </p:nvGrpSpPr>
      <p:grpSpPr>
        <a:xfrm>
          <a:off x="0" y="0"/>
          <a:ext cx="0" cy="0"/>
          <a:chOff x="0" y="0"/>
          <a:chExt cx="0" cy="0"/>
        </a:xfrm>
      </p:grpSpPr>
      <p:sp>
        <p:nvSpPr>
          <p:cNvPr id="121" name="Google Shape;121;p28"/>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122" name="Google Shape;122;p28"/>
          <p:cNvSpPr txBox="1"/>
          <p:nvPr>
            <p:ph idx="1" type="body"/>
          </p:nvPr>
        </p:nvSpPr>
        <p:spPr>
          <a:xfrm>
            <a:off x="844550" y="1828800"/>
            <a:ext cx="105156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Noto Sans Symbols"/>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Noto Sans Symbols"/>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5pPr>
            <a:lvl6pPr indent="-314325" lvl="5" marL="27432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6pPr>
            <a:lvl7pPr indent="-314325" lvl="6" marL="32004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7pPr>
            <a:lvl8pPr indent="-314325" lvl="7" marL="36576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8pPr>
            <a:lvl9pPr indent="-314325" lvl="8" marL="41148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9pPr>
          </a:lstStyle>
          <a:p/>
        </p:txBody>
      </p:sp>
      <p:sp>
        <p:nvSpPr>
          <p:cNvPr id="123" name="Google Shape;123;p2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800" u="non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124" name="Google Shape;124;p2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800" u="non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125" name="Google Shape;125;p28"/>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1pPr>
            <a:lvl2pPr indent="0" lvl="1"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2pPr>
            <a:lvl3pPr indent="0" lvl="2"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3pPr>
            <a:lvl4pPr indent="0" lvl="3"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4pPr>
            <a:lvl5pPr indent="0" lvl="4"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5pPr>
            <a:lvl6pPr indent="0" lvl="5"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6pPr>
            <a:lvl7pPr indent="0" lvl="6"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7pPr>
            <a:lvl8pPr indent="0" lvl="7"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8pPr>
            <a:lvl9pPr indent="0" lvl="8"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7" r:id="rId1"/>
  </p:sldLayoutIdLst>
  <p:transition>
    <p:random/>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1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132" name="Shape 132"/>
        <p:cNvGrpSpPr/>
        <p:nvPr/>
      </p:nvGrpSpPr>
      <p:grpSpPr>
        <a:xfrm>
          <a:off x="0" y="0"/>
          <a:ext cx="0" cy="0"/>
          <a:chOff x="0" y="0"/>
          <a:chExt cx="0" cy="0"/>
        </a:xfrm>
      </p:grpSpPr>
      <p:sp>
        <p:nvSpPr>
          <p:cNvPr id="133" name="Google Shape;133;p30"/>
          <p:cNvSpPr txBox="1"/>
          <p:nvPr>
            <p:ph type="title"/>
          </p:nvPr>
        </p:nvSpPr>
        <p:spPr>
          <a:xfrm>
            <a:off x="844550" y="365125"/>
            <a:ext cx="105156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3300" u="none" cap="none" strike="noStrike">
                <a:solidFill>
                  <a:schemeClr val="dk1"/>
                </a:solidFill>
                <a:latin typeface="Calibri"/>
                <a:ea typeface="Calibri"/>
                <a:cs typeface="Calibri"/>
                <a:sym typeface="Calibri"/>
              </a:defRPr>
            </a:lvl9pPr>
          </a:lstStyle>
          <a:p/>
        </p:txBody>
      </p:sp>
      <p:sp>
        <p:nvSpPr>
          <p:cNvPr id="134" name="Google Shape;134;p30"/>
          <p:cNvSpPr txBox="1"/>
          <p:nvPr>
            <p:ph idx="1" type="body"/>
          </p:nvPr>
        </p:nvSpPr>
        <p:spPr>
          <a:xfrm>
            <a:off x="844550" y="1828800"/>
            <a:ext cx="10515600" cy="4351337"/>
          </a:xfrm>
          <a:prstGeom prst="rect">
            <a:avLst/>
          </a:prstGeom>
          <a:noFill/>
          <a:ln>
            <a:noFill/>
          </a:ln>
        </p:spPr>
        <p:txBody>
          <a:bodyPr anchorCtr="0" anchor="t" bIns="45700" lIns="91425" spcFirstLastPara="1" rIns="91425" wrap="square" tIns="45700">
            <a:noAutofit/>
          </a:bodyPr>
          <a:lstStyle>
            <a:lvl1pPr indent="-361950" lvl="0" marL="457200" marR="0" rtl="0" algn="l">
              <a:lnSpc>
                <a:spcPct val="90000"/>
              </a:lnSpc>
              <a:spcBef>
                <a:spcPts val="750"/>
              </a:spcBef>
              <a:spcAft>
                <a:spcPts val="0"/>
              </a:spcAft>
              <a:buClr>
                <a:schemeClr val="dk1"/>
              </a:buClr>
              <a:buSzPts val="2100"/>
              <a:buFont typeface="Noto Sans Symbols"/>
              <a:buChar char="●"/>
              <a:defRPr b="0" i="0" sz="2100" u="none" cap="none" strike="noStrike">
                <a:solidFill>
                  <a:schemeClr val="dk1"/>
                </a:solidFill>
                <a:latin typeface="Calibri"/>
                <a:ea typeface="Calibri"/>
                <a:cs typeface="Calibri"/>
                <a:sym typeface="Calibri"/>
              </a:defRPr>
            </a:lvl1pPr>
            <a:lvl2pPr indent="-342900" lvl="1" marL="914400" marR="0" rtl="0" algn="l">
              <a:lnSpc>
                <a:spcPct val="90000"/>
              </a:lnSpc>
              <a:spcBef>
                <a:spcPts val="375"/>
              </a:spcBef>
              <a:spcAft>
                <a:spcPts val="0"/>
              </a:spcAft>
              <a:buClr>
                <a:schemeClr val="dk1"/>
              </a:buClr>
              <a:buSzPts val="1800"/>
              <a:buFont typeface="Noto Sans Symbols"/>
              <a:buChar char="●"/>
              <a:defRPr b="0" i="0" sz="1800" u="none" cap="none" strike="noStrike">
                <a:solidFill>
                  <a:schemeClr val="dk1"/>
                </a:solidFill>
                <a:latin typeface="Calibri"/>
                <a:ea typeface="Calibri"/>
                <a:cs typeface="Calibri"/>
                <a:sym typeface="Calibri"/>
              </a:defRPr>
            </a:lvl2pPr>
            <a:lvl3pPr indent="-323850" lvl="2" marL="1371600" marR="0" rtl="0" algn="l">
              <a:lnSpc>
                <a:spcPct val="90000"/>
              </a:lnSpc>
              <a:spcBef>
                <a:spcPts val="375"/>
              </a:spcBef>
              <a:spcAft>
                <a:spcPts val="0"/>
              </a:spcAft>
              <a:buClr>
                <a:schemeClr val="dk1"/>
              </a:buClr>
              <a:buSzPts val="1500"/>
              <a:buFont typeface="Noto Sans Symbols"/>
              <a:buChar char="●"/>
              <a:defRPr b="0" i="0" sz="1500" u="none" cap="none" strike="noStrike">
                <a:solidFill>
                  <a:schemeClr val="dk1"/>
                </a:solidFill>
                <a:latin typeface="Calibri"/>
                <a:ea typeface="Calibri"/>
                <a:cs typeface="Calibri"/>
                <a:sym typeface="Calibri"/>
              </a:defRPr>
            </a:lvl3pPr>
            <a:lvl4pPr indent="-311150" lvl="3" marL="18288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4pPr>
            <a:lvl5pPr indent="-311150" lvl="4" marL="2286000" marR="0" rtl="0" algn="l">
              <a:lnSpc>
                <a:spcPct val="90000"/>
              </a:lnSpc>
              <a:spcBef>
                <a:spcPts val="375"/>
              </a:spcBef>
              <a:spcAft>
                <a:spcPts val="0"/>
              </a:spcAft>
              <a:buClr>
                <a:schemeClr val="dk1"/>
              </a:buClr>
              <a:buSzPts val="1300"/>
              <a:buFont typeface="Noto Sans Symbols"/>
              <a:buChar char="●"/>
              <a:defRPr b="0" i="0" sz="1300" u="none" cap="none" strike="noStrike">
                <a:solidFill>
                  <a:schemeClr val="dk1"/>
                </a:solidFill>
                <a:latin typeface="Calibri"/>
                <a:ea typeface="Calibri"/>
                <a:cs typeface="Calibri"/>
                <a:sym typeface="Calibri"/>
              </a:defRPr>
            </a:lvl5pPr>
            <a:lvl6pPr indent="-314325" lvl="5" marL="27432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6pPr>
            <a:lvl7pPr indent="-314325" lvl="6" marL="32004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7pPr>
            <a:lvl8pPr indent="-314325" lvl="7" marL="36576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8pPr>
            <a:lvl9pPr indent="-314325" lvl="8" marL="4114800" marR="0" rtl="0" algn="l">
              <a:spcBef>
                <a:spcPts val="270"/>
              </a:spcBef>
              <a:spcAft>
                <a:spcPts val="0"/>
              </a:spcAft>
              <a:buClr>
                <a:schemeClr val="dk1"/>
              </a:buClr>
              <a:buSzPts val="1350"/>
              <a:buFont typeface="Noto Sans Symbols"/>
              <a:buChar char="●"/>
              <a:defRPr b="0" i="0" sz="1350" u="none" cap="none" strike="noStrike">
                <a:solidFill>
                  <a:schemeClr val="dk1"/>
                </a:solidFill>
                <a:latin typeface="Calibri"/>
                <a:ea typeface="Calibri"/>
                <a:cs typeface="Calibri"/>
                <a:sym typeface="Calibri"/>
              </a:defRPr>
            </a:lvl9pPr>
          </a:lstStyle>
          <a:p/>
        </p:txBody>
      </p:sp>
      <p:sp>
        <p:nvSpPr>
          <p:cNvPr id="135" name="Google Shape;135;p3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800" u="non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136" name="Google Shape;136;p3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SzPts val="1400"/>
              <a:buNone/>
              <a:defRPr b="0" i="0" sz="800" u="none">
                <a:solidFill>
                  <a:srgbClr val="595959"/>
                </a:solidFill>
                <a:latin typeface="Tahoma"/>
                <a:ea typeface="Tahoma"/>
                <a:cs typeface="Tahoma"/>
                <a:sym typeface="Tahoma"/>
              </a:defRPr>
            </a:lvl1pPr>
            <a:lvl2pPr lvl="1"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2pPr>
            <a:lvl3pPr lvl="2"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3pPr>
            <a:lvl4pPr lvl="3"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4pPr>
            <a:lvl5pPr lvl="4"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5pPr>
            <a:lvl6pPr lvl="5"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6pPr>
            <a:lvl7pPr lvl="6"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7pPr>
            <a:lvl8pPr lvl="7"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8pPr>
            <a:lvl9pPr lvl="8" marR="0" rtl="0" algn="l">
              <a:lnSpc>
                <a:spcPct val="100000"/>
              </a:lnSpc>
              <a:spcBef>
                <a:spcPts val="0"/>
              </a:spcBef>
              <a:spcAft>
                <a:spcPts val="0"/>
              </a:spcAft>
              <a:buSzPts val="1400"/>
              <a:buNone/>
              <a:defRPr b="0" i="0" sz="1800" u="none" cap="none" strike="noStrike">
                <a:solidFill>
                  <a:schemeClr val="dk1"/>
                </a:solidFill>
                <a:latin typeface="Tahoma"/>
                <a:ea typeface="Tahoma"/>
                <a:cs typeface="Tahoma"/>
                <a:sym typeface="Tahoma"/>
              </a:defRPr>
            </a:lvl9pPr>
          </a:lstStyle>
          <a:p/>
        </p:txBody>
      </p:sp>
      <p:sp>
        <p:nvSpPr>
          <p:cNvPr id="137" name="Google Shape;137;p30"/>
          <p:cNvSpPr txBox="1"/>
          <p:nvPr>
            <p:ph idx="12" type="sldNum"/>
          </p:nvPr>
        </p:nvSpPr>
        <p:spPr>
          <a:xfrm>
            <a:off x="861695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1pPr>
            <a:lvl2pPr indent="0" lvl="1"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2pPr>
            <a:lvl3pPr indent="0" lvl="2"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3pPr>
            <a:lvl4pPr indent="0" lvl="3"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4pPr>
            <a:lvl5pPr indent="0" lvl="4"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5pPr>
            <a:lvl6pPr indent="0" lvl="5"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6pPr>
            <a:lvl7pPr indent="0" lvl="6"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7pPr>
            <a:lvl8pPr indent="0" lvl="7"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8pPr>
            <a:lvl9pPr indent="0" lvl="8" marL="0" marR="0" rtl="0" algn="r">
              <a:lnSpc>
                <a:spcPct val="100000"/>
              </a:lnSpc>
              <a:spcBef>
                <a:spcPts val="0"/>
              </a:spcBef>
              <a:spcAft>
                <a:spcPts val="0"/>
              </a:spcAft>
              <a:buClr>
                <a:srgbClr val="898989"/>
              </a:buClr>
              <a:buSzPts val="800"/>
              <a:buFont typeface="Tahoma"/>
              <a:buNone/>
              <a:defRPr b="0" i="0" sz="800" u="none">
                <a:solidFill>
                  <a:srgbClr val="898989"/>
                </a:solidFill>
                <a:latin typeface="Tahoma"/>
                <a:ea typeface="Tahoma"/>
                <a:cs typeface="Tahoma"/>
                <a:sym typeface="Tahoma"/>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69" r:id="rId1"/>
  </p:sldLayoutIdLst>
  <p:transition>
    <p:random/>
  </p:transition>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 Id="rId4" Type="http://schemas.openxmlformats.org/officeDocument/2006/relationships/image" Target="../media/image8.png"/><Relationship Id="rId5" Type="http://schemas.openxmlformats.org/officeDocument/2006/relationships/image" Target="../media/image5.png"/><Relationship Id="rId6"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4.jpg"/><Relationship Id="rId4" Type="http://schemas.openxmlformats.org/officeDocument/2006/relationships/image" Target="../media/image7.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4.jp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4.jp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4.jp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4.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image" Target="../media/image4.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4.jp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8" name="Shape 148"/>
        <p:cNvGrpSpPr/>
        <p:nvPr/>
      </p:nvGrpSpPr>
      <p:grpSpPr>
        <a:xfrm>
          <a:off x="0" y="0"/>
          <a:ext cx="0" cy="0"/>
          <a:chOff x="0" y="0"/>
          <a:chExt cx="0" cy="0"/>
        </a:xfrm>
      </p:grpSpPr>
      <p:pic>
        <p:nvPicPr>
          <p:cNvPr descr="Icono&#10;&#10;Descripción generada automáticamente con confianza media" id="149" name="Google Shape;149;p1"/>
          <p:cNvPicPr preferRelativeResize="0"/>
          <p:nvPr/>
        </p:nvPicPr>
        <p:blipFill rotWithShape="1">
          <a:blip r:embed="rId3">
            <a:alphaModFix/>
          </a:blip>
          <a:srcRect b="0" l="0" r="0" t="0"/>
          <a:stretch/>
        </p:blipFill>
        <p:spPr>
          <a:xfrm>
            <a:off x="0" y="3041946"/>
            <a:ext cx="2762683" cy="2232248"/>
          </a:xfrm>
          <a:prstGeom prst="rect">
            <a:avLst/>
          </a:prstGeom>
          <a:noFill/>
          <a:ln>
            <a:noFill/>
          </a:ln>
        </p:spPr>
      </p:pic>
      <p:pic>
        <p:nvPicPr>
          <p:cNvPr descr="Icono&#10;&#10;Descripción generada automáticamente" id="150" name="Google Shape;150;p1"/>
          <p:cNvPicPr preferRelativeResize="0"/>
          <p:nvPr/>
        </p:nvPicPr>
        <p:blipFill rotWithShape="1">
          <a:blip r:embed="rId4">
            <a:alphaModFix/>
          </a:blip>
          <a:srcRect b="0" l="0" r="0" t="0"/>
          <a:stretch/>
        </p:blipFill>
        <p:spPr>
          <a:xfrm>
            <a:off x="2794102" y="2066306"/>
            <a:ext cx="1951280" cy="1951280"/>
          </a:xfrm>
          <a:prstGeom prst="rect">
            <a:avLst/>
          </a:prstGeom>
          <a:noFill/>
          <a:ln>
            <a:noFill/>
          </a:ln>
        </p:spPr>
      </p:pic>
      <p:sp>
        <p:nvSpPr>
          <p:cNvPr id="151" name="Google Shape;151;p1"/>
          <p:cNvSpPr txBox="1"/>
          <p:nvPr>
            <p:ph type="ctrTitle"/>
          </p:nvPr>
        </p:nvSpPr>
        <p:spPr>
          <a:xfrm>
            <a:off x="4724400" y="1557337"/>
            <a:ext cx="7113587" cy="2884487"/>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rgbClr val="2E75B6"/>
              </a:buClr>
              <a:buSzPts val="6000"/>
              <a:buFont typeface="Calibri"/>
              <a:buNone/>
            </a:pPr>
            <a:r>
              <a:rPr b="1" i="0" lang="en-US" sz="6000" u="none">
                <a:solidFill>
                  <a:srgbClr val="2E75B6"/>
                </a:solidFill>
                <a:latin typeface="Calibri"/>
                <a:ea typeface="Calibri"/>
                <a:cs typeface="Calibri"/>
                <a:sym typeface="Calibri"/>
              </a:rPr>
              <a:t>Conceptos de Algoritmos </a:t>
            </a:r>
            <a:br>
              <a:rPr b="1" i="0" lang="en-US" sz="6000" u="none">
                <a:solidFill>
                  <a:srgbClr val="2E75B6"/>
                </a:solidFill>
                <a:latin typeface="Calibri"/>
                <a:ea typeface="Calibri"/>
                <a:cs typeface="Calibri"/>
                <a:sym typeface="Calibri"/>
              </a:rPr>
            </a:br>
            <a:r>
              <a:rPr b="1" i="0" lang="en-US" sz="6000" u="none">
                <a:solidFill>
                  <a:srgbClr val="2E75B6"/>
                </a:solidFill>
                <a:latin typeface="Calibri"/>
                <a:ea typeface="Calibri"/>
                <a:cs typeface="Calibri"/>
                <a:sym typeface="Calibri"/>
              </a:rPr>
              <a:t>Datos y Programas</a:t>
            </a:r>
            <a:endParaRPr/>
          </a:p>
        </p:txBody>
      </p:sp>
      <p:sp>
        <p:nvSpPr>
          <p:cNvPr id="152" name="Google Shape;152;p1"/>
          <p:cNvSpPr txBox="1"/>
          <p:nvPr/>
        </p:nvSpPr>
        <p:spPr>
          <a:xfrm>
            <a:off x="28575" y="6430962"/>
            <a:ext cx="2133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rPr b="0" i="0" lang="en-US" sz="1200" u="none" cap="none" strike="noStrike">
                <a:solidFill>
                  <a:srgbClr val="595959"/>
                </a:solidFill>
                <a:latin typeface="Tahoma"/>
                <a:ea typeface="Tahoma"/>
                <a:cs typeface="Tahoma"/>
                <a:sym typeface="Tahoma"/>
              </a:rPr>
              <a:t>Clase 5-4</a:t>
            </a:r>
            <a:endParaRPr/>
          </a:p>
        </p:txBody>
      </p:sp>
      <p:pic>
        <p:nvPicPr>
          <p:cNvPr descr="Icono&#10;&#10;Descripción generada automáticamente" id="153" name="Google Shape;153;p1"/>
          <p:cNvPicPr preferRelativeResize="0"/>
          <p:nvPr/>
        </p:nvPicPr>
        <p:blipFill rotWithShape="1">
          <a:blip r:embed="rId5">
            <a:alphaModFix/>
          </a:blip>
          <a:srcRect b="0" l="0" r="0" t="0"/>
          <a:stretch/>
        </p:blipFill>
        <p:spPr>
          <a:xfrm>
            <a:off x="714375" y="836612"/>
            <a:ext cx="1728787" cy="1728787"/>
          </a:xfrm>
          <a:prstGeom prst="rect">
            <a:avLst/>
          </a:prstGeom>
          <a:noFill/>
          <a:ln>
            <a:noFill/>
          </a:ln>
        </p:spPr>
      </p:pic>
      <p:pic>
        <p:nvPicPr>
          <p:cNvPr descr="Diagrama&#10;&#10;Descripción generada automáticamente" id="154" name="Google Shape;154;p1"/>
          <p:cNvPicPr preferRelativeResize="0"/>
          <p:nvPr/>
        </p:nvPicPr>
        <p:blipFill rotWithShape="1">
          <a:blip r:embed="rId6">
            <a:alphaModFix/>
          </a:blip>
          <a:srcRect b="0" l="0" r="0" t="0"/>
          <a:stretch/>
        </p:blipFill>
        <p:spPr>
          <a:xfrm>
            <a:off x="2455862" y="4271962"/>
            <a:ext cx="2143125" cy="2143125"/>
          </a:xfrm>
          <a:prstGeom prst="rect">
            <a:avLst/>
          </a:prstGeom>
          <a:noFill/>
          <a:ln>
            <a:noFill/>
          </a:ln>
        </p:spPr>
      </p:pic>
    </p:spTree>
  </p:cSld>
  <p:clrMapOvr>
    <a:masterClrMapping/>
  </p:clrMapOvr>
  <p:transition>
    <p:random/>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9" name="Shape 159"/>
        <p:cNvGrpSpPr/>
        <p:nvPr/>
      </p:nvGrpSpPr>
      <p:grpSpPr>
        <a:xfrm>
          <a:off x="0" y="0"/>
          <a:ext cx="0" cy="0"/>
          <a:chOff x="0" y="0"/>
          <a:chExt cx="0" cy="0"/>
        </a:xfrm>
      </p:grpSpPr>
      <p:sp>
        <p:nvSpPr>
          <p:cNvPr id="160" name="Google Shape;160;p2"/>
          <p:cNvSpPr txBox="1"/>
          <p:nvPr>
            <p:ph type="title"/>
          </p:nvPr>
        </p:nvSpPr>
        <p:spPr>
          <a:xfrm>
            <a:off x="119062" y="130175"/>
            <a:ext cx="8488362" cy="69532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CADP – </a:t>
            </a:r>
            <a:r>
              <a:rPr b="1" i="0" lang="en-US" sz="4000" u="none">
                <a:solidFill>
                  <a:schemeClr val="dk1"/>
                </a:solidFill>
                <a:latin typeface="Calibri"/>
                <a:ea typeface="Calibri"/>
                <a:cs typeface="Calibri"/>
                <a:sym typeface="Calibri"/>
              </a:rPr>
              <a:t>TEMAS</a:t>
            </a:r>
            <a:endParaRPr/>
          </a:p>
        </p:txBody>
      </p:sp>
      <p:sp>
        <p:nvSpPr>
          <p:cNvPr id="161" name="Google Shape;161;p2"/>
          <p:cNvSpPr txBox="1"/>
          <p:nvPr/>
        </p:nvSpPr>
        <p:spPr>
          <a:xfrm>
            <a:off x="1030287" y="1579562"/>
            <a:ext cx="8234362" cy="584200"/>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3200"/>
              <a:buFont typeface="Calibri"/>
              <a:buNone/>
            </a:pPr>
            <a:r>
              <a:rPr b="0" i="0" lang="en-US" sz="3200" u="none" cap="none" strike="noStrike">
                <a:solidFill>
                  <a:srgbClr val="000000"/>
                </a:solidFill>
                <a:latin typeface="Calibri"/>
                <a:ea typeface="Calibri"/>
                <a:cs typeface="Calibri"/>
                <a:sym typeface="Calibri"/>
              </a:rPr>
              <a:t>Corte de control con REGISTROS</a:t>
            </a:r>
            <a:endParaRPr/>
          </a:p>
        </p:txBody>
      </p:sp>
      <p:pic>
        <p:nvPicPr>
          <p:cNvPr descr="Icono&#10;&#10;Descripción generada automáticamente" id="162" name="Google Shape;162;p2"/>
          <p:cNvPicPr preferRelativeResize="0"/>
          <p:nvPr/>
        </p:nvPicPr>
        <p:blipFill rotWithShape="1">
          <a:blip r:embed="rId3">
            <a:alphaModFix/>
          </a:blip>
          <a:srcRect b="0" l="0" r="0" t="0"/>
          <a:stretch/>
        </p:blipFill>
        <p:spPr>
          <a:xfrm>
            <a:off x="10417175" y="104775"/>
            <a:ext cx="1406525" cy="1406525"/>
          </a:xfrm>
          <a:prstGeom prst="rect">
            <a:avLst/>
          </a:prstGeom>
          <a:noFill/>
          <a:ln>
            <a:noFill/>
          </a:ln>
        </p:spPr>
      </p:pic>
      <p:sp>
        <p:nvSpPr>
          <p:cNvPr id="163" name="Google Shape;163;p2"/>
          <p:cNvSpPr/>
          <p:nvPr/>
        </p:nvSpPr>
        <p:spPr>
          <a:xfrm>
            <a:off x="368300" y="1598612"/>
            <a:ext cx="471487" cy="527050"/>
          </a:xfrm>
          <a:prstGeom prst="ellipse">
            <a:avLst/>
          </a:prstGeom>
          <a:solidFill>
            <a:srgbClr val="FFD966"/>
          </a:solidFill>
          <a:ln cap="flat" cmpd="sng" w="12700">
            <a:solidFill>
              <a:srgbClr val="FFD966"/>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ahoma"/>
              <a:ea typeface="Tahoma"/>
              <a:cs typeface="Tahoma"/>
              <a:sym typeface="Tahoma"/>
            </a:endParaRPr>
          </a:p>
        </p:txBody>
      </p:sp>
      <p:sp>
        <p:nvSpPr>
          <p:cNvPr id="164" name="Google Shape;164;p2"/>
          <p:cNvSpPr txBox="1"/>
          <p:nvPr/>
        </p:nvSpPr>
        <p:spPr>
          <a:xfrm>
            <a:off x="28575" y="6430962"/>
            <a:ext cx="2133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rPr b="0" i="0" lang="en-US" sz="1200" u="none">
                <a:solidFill>
                  <a:srgbClr val="595959"/>
                </a:solidFill>
                <a:latin typeface="Tahoma"/>
                <a:ea typeface="Tahoma"/>
                <a:cs typeface="Tahoma"/>
                <a:sym typeface="Tahoma"/>
              </a:rPr>
              <a:t>Clase 5-4</a:t>
            </a:r>
            <a:endParaRPr/>
          </a:p>
        </p:txBody>
      </p:sp>
    </p:spTree>
  </p:cSld>
  <p:clrMapOvr>
    <a:masterClrMapping/>
  </p:clrMapOvr>
  <p:transition>
    <p:random/>
  </p:transition>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9" name="Shape 169"/>
        <p:cNvGrpSpPr/>
        <p:nvPr/>
      </p:nvGrpSpPr>
      <p:grpSpPr>
        <a:xfrm>
          <a:off x="0" y="0"/>
          <a:ext cx="0" cy="0"/>
          <a:chOff x="0" y="0"/>
          <a:chExt cx="0" cy="0"/>
        </a:xfrm>
      </p:grpSpPr>
      <p:sp>
        <p:nvSpPr>
          <p:cNvPr id="170" name="Google Shape;170;g3e156aa9fab_0_0"/>
          <p:cNvSpPr txBox="1"/>
          <p:nvPr>
            <p:ph idx="12" type="sldNum"/>
          </p:nvPr>
        </p:nvSpPr>
        <p:spPr>
          <a:xfrm>
            <a:off x="8616950" y="6356350"/>
            <a:ext cx="2743200" cy="365100"/>
          </a:xfrm>
          <a:prstGeom prst="rect">
            <a:avLst/>
          </a:prstGeom>
        </p:spPr>
        <p:txBody>
          <a:bodyPr anchorCtr="0" anchor="ctr" bIns="45700" lIns="91425" spcFirstLastPara="1" rIns="91425" wrap="square" tIns="45700">
            <a:noAutofit/>
          </a:bodyPr>
          <a:lstStyle/>
          <a:p>
            <a:pPr indent="0" lvl="0" marL="0" rtl="0" algn="r">
              <a:spcBef>
                <a:spcPts val="0"/>
              </a:spcBef>
              <a:spcAft>
                <a:spcPts val="0"/>
              </a:spcAft>
              <a:buClr>
                <a:srgbClr val="898989"/>
              </a:buClr>
              <a:buSzPts val="800"/>
              <a:buFont typeface="Tahoma"/>
              <a:buNone/>
            </a:pPr>
            <a:fld id="{00000000-1234-1234-1234-123412341234}" type="slidenum">
              <a:rPr lang="en-US"/>
              <a:t>‹#›</a:t>
            </a:fld>
            <a:endParaRPr/>
          </a:p>
        </p:txBody>
      </p:sp>
      <p:sp>
        <p:nvSpPr>
          <p:cNvPr id="171" name="Google Shape;171;g3e156aa9fab_0_0"/>
          <p:cNvSpPr txBox="1"/>
          <p:nvPr/>
        </p:nvSpPr>
        <p:spPr>
          <a:xfrm>
            <a:off x="0" y="523500"/>
            <a:ext cx="12192000" cy="5956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i="1" lang="en-US" sz="2500" u="sng">
                <a:solidFill>
                  <a:schemeClr val="dk1"/>
                </a:solidFill>
                <a:latin typeface="Calibri"/>
                <a:ea typeface="Calibri"/>
                <a:cs typeface="Calibri"/>
                <a:sym typeface="Calibri"/>
              </a:rPr>
              <a:t>Corte de control: </a:t>
            </a:r>
            <a:endParaRPr i="1" sz="2500" u="sng">
              <a:solidFill>
                <a:schemeClr val="dk1"/>
              </a:solidFill>
              <a:latin typeface="Calibri"/>
              <a:ea typeface="Calibri"/>
              <a:cs typeface="Calibri"/>
              <a:sym typeface="Calibri"/>
            </a:endParaRPr>
          </a:p>
          <a:p>
            <a:pPr indent="0" lvl="0" marL="0" rtl="0" algn="l">
              <a:spcBef>
                <a:spcPts val="0"/>
              </a:spcBef>
              <a:spcAft>
                <a:spcPts val="0"/>
              </a:spcAft>
              <a:buNone/>
            </a:pPr>
            <a:r>
              <a:rPr lang="en-US" sz="2500">
                <a:solidFill>
                  <a:schemeClr val="dk1"/>
                </a:solidFill>
                <a:latin typeface="Calibri"/>
                <a:ea typeface="Calibri"/>
                <a:cs typeface="Calibri"/>
                <a:sym typeface="Calibri"/>
              </a:rPr>
              <a:t>● Estrategia que se utiliza cuando se necesita realizar cálculos (por ejemplo, totales o promedios) </a:t>
            </a:r>
            <a:r>
              <a:rPr b="1" lang="en-US" sz="2500">
                <a:solidFill>
                  <a:schemeClr val="dk1"/>
                </a:solidFill>
                <a:latin typeface="Calibri"/>
                <a:ea typeface="Calibri"/>
                <a:cs typeface="Calibri"/>
                <a:sym typeface="Calibri"/>
              </a:rPr>
              <a:t>agrupando datos según un criterio de orden. </a:t>
            </a:r>
            <a:endParaRPr b="1" sz="2500">
              <a:solidFill>
                <a:schemeClr val="dk1"/>
              </a:solidFill>
              <a:latin typeface="Calibri"/>
              <a:ea typeface="Calibri"/>
              <a:cs typeface="Calibri"/>
              <a:sym typeface="Calibri"/>
            </a:endParaRPr>
          </a:p>
          <a:p>
            <a:pPr indent="0" lvl="0" marL="0" rtl="0" algn="l">
              <a:spcBef>
                <a:spcPts val="0"/>
              </a:spcBef>
              <a:spcAft>
                <a:spcPts val="0"/>
              </a:spcAft>
              <a:buNone/>
            </a:pPr>
            <a:r>
              <a:t/>
            </a:r>
            <a:endParaRPr b="1" sz="2500">
              <a:solidFill>
                <a:schemeClr val="dk1"/>
              </a:solidFill>
              <a:latin typeface="Calibri"/>
              <a:ea typeface="Calibri"/>
              <a:cs typeface="Calibri"/>
              <a:sym typeface="Calibri"/>
            </a:endParaRPr>
          </a:p>
          <a:p>
            <a:pPr indent="0" lvl="0" marL="0" rtl="0" algn="l">
              <a:spcBef>
                <a:spcPts val="0"/>
              </a:spcBef>
              <a:spcAft>
                <a:spcPts val="0"/>
              </a:spcAft>
              <a:buNone/>
            </a:pPr>
            <a:r>
              <a:rPr lang="en-US" sz="2500">
                <a:solidFill>
                  <a:schemeClr val="dk1"/>
                </a:solidFill>
                <a:latin typeface="Calibri"/>
                <a:ea typeface="Calibri"/>
                <a:cs typeface="Calibri"/>
                <a:sym typeface="Calibri"/>
              </a:rPr>
              <a:t>● Condiciones para usar corte de control o La información debe estar ordenada previamente por el criterio que se quiere analizar (por ejemplo: marca, año, código, etc.). </a:t>
            </a:r>
            <a:r>
              <a:rPr b="1" lang="en-US" sz="2500">
                <a:solidFill>
                  <a:schemeClr val="dk1"/>
                </a:solidFill>
                <a:latin typeface="Calibri"/>
                <a:ea typeface="Calibri"/>
                <a:cs typeface="Calibri"/>
                <a:sym typeface="Calibri"/>
              </a:rPr>
              <a:t>Si los datos no están ordenados, no se puede aplicar esta estrategia. </a:t>
            </a:r>
            <a:endParaRPr b="1" sz="2500">
              <a:solidFill>
                <a:schemeClr val="dk1"/>
              </a:solidFill>
              <a:latin typeface="Calibri"/>
              <a:ea typeface="Calibri"/>
              <a:cs typeface="Calibri"/>
              <a:sym typeface="Calibri"/>
            </a:endParaRPr>
          </a:p>
          <a:p>
            <a:pPr indent="0" lvl="0" marL="0" rtl="0" algn="l">
              <a:spcBef>
                <a:spcPts val="0"/>
              </a:spcBef>
              <a:spcAft>
                <a:spcPts val="0"/>
              </a:spcAft>
              <a:buNone/>
            </a:pPr>
            <a:r>
              <a:t/>
            </a:r>
            <a:endParaRPr b="1" sz="2500">
              <a:solidFill>
                <a:schemeClr val="dk1"/>
              </a:solidFill>
              <a:latin typeface="Calibri"/>
              <a:ea typeface="Calibri"/>
              <a:cs typeface="Calibri"/>
              <a:sym typeface="Calibri"/>
            </a:endParaRPr>
          </a:p>
          <a:p>
            <a:pPr indent="0" lvl="0" marL="0" rtl="0" algn="l">
              <a:spcBef>
                <a:spcPts val="0"/>
              </a:spcBef>
              <a:spcAft>
                <a:spcPts val="0"/>
              </a:spcAft>
              <a:buNone/>
            </a:pPr>
            <a:r>
              <a:rPr lang="en-US" sz="2500">
                <a:solidFill>
                  <a:schemeClr val="dk1"/>
                </a:solidFill>
                <a:latin typeface="Calibri"/>
                <a:ea typeface="Calibri"/>
                <a:cs typeface="Calibri"/>
                <a:sym typeface="Calibri"/>
              </a:rPr>
              <a:t>● Implementación </a:t>
            </a:r>
            <a:endParaRPr sz="2500">
              <a:solidFill>
                <a:schemeClr val="dk1"/>
              </a:solidFill>
              <a:latin typeface="Calibri"/>
              <a:ea typeface="Calibri"/>
              <a:cs typeface="Calibri"/>
              <a:sym typeface="Calibri"/>
            </a:endParaRPr>
          </a:p>
          <a:p>
            <a:pPr indent="457200" lvl="0" marL="0" rtl="0" algn="l">
              <a:spcBef>
                <a:spcPts val="0"/>
              </a:spcBef>
              <a:spcAft>
                <a:spcPts val="0"/>
              </a:spcAft>
              <a:buNone/>
            </a:pPr>
            <a:r>
              <a:rPr lang="en-US" sz="2500">
                <a:solidFill>
                  <a:schemeClr val="dk1"/>
                </a:solidFill>
                <a:latin typeface="Calibri"/>
                <a:ea typeface="Calibri"/>
                <a:cs typeface="Calibri"/>
                <a:sym typeface="Calibri"/>
              </a:rPr>
              <a:t>o El corte de control se basa en el uso de </a:t>
            </a:r>
            <a:r>
              <a:rPr b="1" lang="en-US" sz="2500">
                <a:solidFill>
                  <a:schemeClr val="dk1"/>
                </a:solidFill>
                <a:latin typeface="Calibri"/>
                <a:ea typeface="Calibri"/>
                <a:cs typeface="Calibri"/>
                <a:sym typeface="Calibri"/>
              </a:rPr>
              <a:t>d</a:t>
            </a:r>
            <a:r>
              <a:rPr b="1" lang="en-US" sz="2500">
                <a:solidFill>
                  <a:schemeClr val="dk1"/>
                </a:solidFill>
                <a:latin typeface="Calibri"/>
                <a:ea typeface="Calibri"/>
                <a:cs typeface="Calibri"/>
                <a:sym typeface="Calibri"/>
              </a:rPr>
              <a:t>os estructuras iterativas (while) anidadas:</a:t>
            </a:r>
            <a:r>
              <a:rPr lang="en-US" sz="2500">
                <a:solidFill>
                  <a:schemeClr val="dk1"/>
                </a:solidFill>
                <a:latin typeface="Calibri"/>
                <a:ea typeface="Calibri"/>
                <a:cs typeface="Calibri"/>
                <a:sym typeface="Calibri"/>
              </a:rPr>
              <a:t> </a:t>
            </a:r>
            <a:endParaRPr sz="2500">
              <a:solidFill>
                <a:schemeClr val="dk1"/>
              </a:solidFill>
              <a:latin typeface="Calibri"/>
              <a:ea typeface="Calibri"/>
              <a:cs typeface="Calibri"/>
              <a:sym typeface="Calibri"/>
            </a:endParaRPr>
          </a:p>
          <a:p>
            <a:pPr indent="457200" lvl="0" marL="457200" rtl="0" algn="l">
              <a:spcBef>
                <a:spcPts val="0"/>
              </a:spcBef>
              <a:spcAft>
                <a:spcPts val="0"/>
              </a:spcAft>
              <a:buNone/>
            </a:pPr>
            <a:r>
              <a:rPr lang="en-US" sz="2500">
                <a:solidFill>
                  <a:schemeClr val="dk1"/>
                </a:solidFill>
                <a:latin typeface="Calibri"/>
                <a:ea typeface="Calibri"/>
                <a:cs typeface="Calibri"/>
                <a:sym typeface="Calibri"/>
              </a:rPr>
              <a:t>▪ </a:t>
            </a:r>
            <a:r>
              <a:rPr lang="en-US" sz="2500" u="sng">
                <a:solidFill>
                  <a:schemeClr val="dk1"/>
                </a:solidFill>
                <a:latin typeface="Calibri"/>
                <a:ea typeface="Calibri"/>
                <a:cs typeface="Calibri"/>
                <a:sym typeface="Calibri"/>
              </a:rPr>
              <a:t>While externo (lectura general)</a:t>
            </a:r>
            <a:r>
              <a:rPr lang="en-US" sz="2500">
                <a:solidFill>
                  <a:schemeClr val="dk1"/>
                </a:solidFill>
                <a:latin typeface="Calibri"/>
                <a:ea typeface="Calibri"/>
                <a:cs typeface="Calibri"/>
                <a:sym typeface="Calibri"/>
              </a:rPr>
              <a:t>: Recorre toda la información hasta encontrar el valor de corte (fin de datos). Ej.: While (v.marca &lt;&gt; ‘ZZZ’) do </a:t>
            </a:r>
            <a:endParaRPr sz="2500">
              <a:solidFill>
                <a:schemeClr val="dk1"/>
              </a:solidFill>
              <a:latin typeface="Calibri"/>
              <a:ea typeface="Calibri"/>
              <a:cs typeface="Calibri"/>
              <a:sym typeface="Calibri"/>
            </a:endParaRPr>
          </a:p>
          <a:p>
            <a:pPr indent="457200" lvl="0" marL="457200" rtl="0" algn="l">
              <a:spcBef>
                <a:spcPts val="0"/>
              </a:spcBef>
              <a:spcAft>
                <a:spcPts val="0"/>
              </a:spcAft>
              <a:buNone/>
            </a:pPr>
            <a:r>
              <a:rPr lang="en-US" sz="2500">
                <a:solidFill>
                  <a:schemeClr val="dk1"/>
                </a:solidFill>
                <a:latin typeface="Calibri"/>
                <a:ea typeface="Calibri"/>
                <a:cs typeface="Calibri"/>
                <a:sym typeface="Calibri"/>
              </a:rPr>
              <a:t>▪ </a:t>
            </a:r>
            <a:r>
              <a:rPr lang="en-US" sz="2500" u="sng">
                <a:solidFill>
                  <a:schemeClr val="dk1"/>
                </a:solidFill>
                <a:latin typeface="Calibri"/>
                <a:ea typeface="Calibri"/>
                <a:cs typeface="Calibri"/>
                <a:sym typeface="Calibri"/>
              </a:rPr>
              <a:t>While interno (procesamiento por grupo):</a:t>
            </a:r>
            <a:r>
              <a:rPr lang="en-US" sz="2500">
                <a:solidFill>
                  <a:schemeClr val="dk1"/>
                </a:solidFill>
                <a:latin typeface="Calibri"/>
                <a:ea typeface="Calibri"/>
                <a:cs typeface="Calibri"/>
                <a:sym typeface="Calibri"/>
              </a:rPr>
              <a:t> Procesa todos los elementos que pertenecen al mismo grupo (mismo valor del criterio de orden). Ej.: While (v.marca &lt;&gt; ‘ZZZ’) and (actualMarca = v.marca) do</a:t>
            </a:r>
            <a:endParaRPr sz="2500">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descr="Diagrama&#10;&#10;Descripción generada automáticamente con confianza baja" id="176" name="Google Shape;176;p3"/>
          <p:cNvPicPr preferRelativeResize="0"/>
          <p:nvPr/>
        </p:nvPicPr>
        <p:blipFill rotWithShape="1">
          <a:blip r:embed="rId3">
            <a:alphaModFix/>
          </a:blip>
          <a:srcRect b="0" l="0" r="0" t="0"/>
          <a:stretch/>
        </p:blipFill>
        <p:spPr>
          <a:xfrm>
            <a:off x="11209337" y="153987"/>
            <a:ext cx="777875" cy="782637"/>
          </a:xfrm>
          <a:prstGeom prst="rect">
            <a:avLst/>
          </a:prstGeom>
          <a:noFill/>
          <a:ln>
            <a:noFill/>
          </a:ln>
        </p:spPr>
      </p:pic>
      <p:sp>
        <p:nvSpPr>
          <p:cNvPr id="177" name="Google Shape;177;p3"/>
          <p:cNvSpPr txBox="1"/>
          <p:nvPr/>
        </p:nvSpPr>
        <p:spPr>
          <a:xfrm>
            <a:off x="144462" y="1079500"/>
            <a:ext cx="11799887" cy="26781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000000"/>
              </a:buClr>
              <a:buSzPts val="2800"/>
              <a:buFont typeface="Calibri"/>
              <a:buNone/>
            </a:pPr>
            <a:r>
              <a:rPr b="0" i="0" lang="en-US" sz="2800" u="none">
                <a:solidFill>
                  <a:srgbClr val="000000"/>
                </a:solidFill>
                <a:latin typeface="Calibri"/>
                <a:ea typeface="Calibri"/>
                <a:cs typeface="Calibri"/>
                <a:sym typeface="Calibri"/>
              </a:rPr>
              <a:t>Supongamos que se quiere representar la información de las distintas razas de animales que existen en una veterinaria. Para simplificar el problema supongamos que la veterinaria atiende solamente perros. De cada animal se conoce la raza, el nombre, la edad.</a:t>
            </a:r>
            <a:endParaRPr/>
          </a:p>
          <a:p>
            <a:pPr indent="0" lvl="0" marL="0" marR="0" rtl="0" algn="just">
              <a:lnSpc>
                <a:spcPct val="100000"/>
              </a:lnSpc>
              <a:spcBef>
                <a:spcPts val="0"/>
              </a:spcBef>
              <a:spcAft>
                <a:spcPts val="0"/>
              </a:spcAft>
              <a:buClr>
                <a:srgbClr val="000000"/>
              </a:buClr>
              <a:buSzPts val="2800"/>
              <a:buFont typeface="Calibri"/>
              <a:buNone/>
            </a:pPr>
            <a:r>
              <a:rPr b="0" i="0" lang="en-US" sz="2800" u="none">
                <a:solidFill>
                  <a:srgbClr val="000000"/>
                </a:solidFill>
                <a:latin typeface="Calibri"/>
                <a:ea typeface="Calibri"/>
                <a:cs typeface="Calibri"/>
                <a:sym typeface="Calibri"/>
              </a:rPr>
              <a:t>Se pide realizar un programa que lea perros hasta leer uno de raza `XXX` y al final informe la cantidad de perros de cada raza.</a:t>
            </a:r>
            <a:endParaRPr/>
          </a:p>
        </p:txBody>
      </p:sp>
      <p:pic>
        <p:nvPicPr>
          <p:cNvPr descr="Hogar para el gato y el perro icono de color - vector de stock | Crushpixel" id="178" name="Google Shape;178;p3"/>
          <p:cNvPicPr preferRelativeResize="0"/>
          <p:nvPr/>
        </p:nvPicPr>
        <p:blipFill rotWithShape="1">
          <a:blip r:embed="rId4">
            <a:alphaModFix/>
          </a:blip>
          <a:srcRect b="0" l="0" r="0" t="0"/>
          <a:stretch/>
        </p:blipFill>
        <p:spPr>
          <a:xfrm>
            <a:off x="1919287" y="3965575"/>
            <a:ext cx="2447925" cy="2447925"/>
          </a:xfrm>
          <a:prstGeom prst="rect">
            <a:avLst/>
          </a:prstGeom>
          <a:noFill/>
          <a:ln>
            <a:noFill/>
          </a:ln>
        </p:spPr>
      </p:pic>
      <p:sp>
        <p:nvSpPr>
          <p:cNvPr id="179" name="Google Shape;179;p3"/>
          <p:cNvSpPr txBox="1"/>
          <p:nvPr/>
        </p:nvSpPr>
        <p:spPr>
          <a:xfrm rot="-360000">
            <a:off x="4506912" y="4621212"/>
            <a:ext cx="3268662" cy="11382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3400"/>
              <a:buFont typeface="Calibri"/>
              <a:buNone/>
            </a:pPr>
            <a:r>
              <a:rPr b="1" i="0" lang="en-US" sz="3400" u="none">
                <a:solidFill>
                  <a:srgbClr val="FF0000"/>
                </a:solidFill>
                <a:latin typeface="Calibri"/>
                <a:ea typeface="Calibri"/>
                <a:cs typeface="Calibri"/>
                <a:sym typeface="Calibri"/>
              </a:rPr>
              <a:t>Cómo se resuelve?</a:t>
            </a:r>
            <a:endParaRPr/>
          </a:p>
        </p:txBody>
      </p:sp>
      <p:sp>
        <p:nvSpPr>
          <p:cNvPr id="180" name="Google Shape;180;p3"/>
          <p:cNvSpPr txBox="1"/>
          <p:nvPr/>
        </p:nvSpPr>
        <p:spPr>
          <a:xfrm>
            <a:off x="119062" y="130175"/>
            <a:ext cx="7272337" cy="6953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CADP – </a:t>
            </a:r>
            <a:r>
              <a:rPr b="1" i="0" lang="en-US" sz="4000" u="none">
                <a:solidFill>
                  <a:srgbClr val="7F7F7F"/>
                </a:solidFill>
                <a:latin typeface="Calibri"/>
                <a:ea typeface="Calibri"/>
                <a:cs typeface="Calibri"/>
                <a:sym typeface="Calibri"/>
              </a:rPr>
              <a:t>ESTRUCTURA DE DATOS</a:t>
            </a:r>
            <a:endParaRPr/>
          </a:p>
        </p:txBody>
      </p:sp>
      <p:sp>
        <p:nvSpPr>
          <p:cNvPr id="181" name="Google Shape;181;p3"/>
          <p:cNvSpPr txBox="1"/>
          <p:nvPr/>
        </p:nvSpPr>
        <p:spPr>
          <a:xfrm>
            <a:off x="8062912" y="128587"/>
            <a:ext cx="2713037" cy="6461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2E75B6"/>
              </a:buClr>
              <a:buSzPts val="3600"/>
              <a:buFont typeface="Calibri"/>
              <a:buNone/>
            </a:pPr>
            <a:r>
              <a:rPr b="1" i="0" lang="en-US" sz="3600" u="none">
                <a:solidFill>
                  <a:srgbClr val="2E75B6"/>
                </a:solidFill>
                <a:latin typeface="Calibri"/>
                <a:ea typeface="Calibri"/>
                <a:cs typeface="Calibri"/>
                <a:sym typeface="Calibri"/>
              </a:rPr>
              <a:t>REGISTRO</a:t>
            </a:r>
            <a:endParaRPr/>
          </a:p>
        </p:txBody>
      </p:sp>
      <p:sp>
        <p:nvSpPr>
          <p:cNvPr id="182" name="Google Shape;182;p3"/>
          <p:cNvSpPr txBox="1"/>
          <p:nvPr/>
        </p:nvSpPr>
        <p:spPr>
          <a:xfrm>
            <a:off x="28575" y="6430962"/>
            <a:ext cx="2133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rPr b="0" i="0" lang="en-US" sz="1200" u="none">
                <a:solidFill>
                  <a:srgbClr val="595959"/>
                </a:solidFill>
                <a:latin typeface="Tahoma"/>
                <a:ea typeface="Tahoma"/>
                <a:cs typeface="Tahoma"/>
                <a:sym typeface="Tahoma"/>
              </a:rPr>
              <a:t>Clase 5-4</a:t>
            </a:r>
            <a:endParaRPr/>
          </a:p>
        </p:txBody>
      </p:sp>
    </p:spTree>
  </p:cSld>
  <p:clrMapOvr>
    <a:masterClrMapping/>
  </p:clrMapOvr>
  <p:transition>
    <p:random/>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750"/>
                                  </p:stCondLst>
                                  <p:childTnLst>
                                    <p:set>
                                      <p:cBhvr>
                                        <p:cTn dur="1" fill="hold">
                                          <p:stCondLst>
                                            <p:cond delay="0"/>
                                          </p:stCondLst>
                                        </p:cTn>
                                        <p:tgtEl>
                                          <p:spTgt spid="179"/>
                                        </p:tgtEl>
                                        <p:attrNameLst>
                                          <p:attrName>style.visibility</p:attrName>
                                        </p:attrNameLst>
                                      </p:cBhvr>
                                      <p:to>
                                        <p:strVal val="visible"/>
                                      </p:to>
                                    </p:set>
                                    <p:animEffect filter="fade" transition="in">
                                      <p:cBhvr>
                                        <p:cTn dur="1000"/>
                                        <p:tgtEl>
                                          <p:spTgt spid="1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 name="Shape 186"/>
        <p:cNvGrpSpPr/>
        <p:nvPr/>
      </p:nvGrpSpPr>
      <p:grpSpPr>
        <a:xfrm>
          <a:off x="0" y="0"/>
          <a:ext cx="0" cy="0"/>
          <a:chOff x="0" y="0"/>
          <a:chExt cx="0" cy="0"/>
        </a:xfrm>
      </p:grpSpPr>
      <p:pic>
        <p:nvPicPr>
          <p:cNvPr descr="Diagrama&#10;&#10;Descripción generada automáticamente con confianza baja" id="187" name="Google Shape;187;p4"/>
          <p:cNvPicPr preferRelativeResize="0"/>
          <p:nvPr/>
        </p:nvPicPr>
        <p:blipFill rotWithShape="1">
          <a:blip r:embed="rId3">
            <a:alphaModFix/>
          </a:blip>
          <a:srcRect b="0" l="0" r="0" t="0"/>
          <a:stretch/>
        </p:blipFill>
        <p:spPr>
          <a:xfrm>
            <a:off x="11209337" y="153987"/>
            <a:ext cx="777875" cy="782637"/>
          </a:xfrm>
          <a:prstGeom prst="rect">
            <a:avLst/>
          </a:prstGeom>
          <a:noFill/>
          <a:ln>
            <a:noFill/>
          </a:ln>
        </p:spPr>
      </p:pic>
      <p:pic>
        <p:nvPicPr>
          <p:cNvPr descr="Imagen que contiene dibujo, plato, señal&#10;&#10;Descripción generada automáticamente" id="188" name="Google Shape;188;p4"/>
          <p:cNvPicPr preferRelativeResize="0"/>
          <p:nvPr/>
        </p:nvPicPr>
        <p:blipFill rotWithShape="1">
          <a:blip r:embed="rId4">
            <a:alphaModFix/>
          </a:blip>
          <a:srcRect b="0" l="0" r="0" t="0"/>
          <a:stretch/>
        </p:blipFill>
        <p:spPr>
          <a:xfrm>
            <a:off x="238125" y="877887"/>
            <a:ext cx="962025" cy="962025"/>
          </a:xfrm>
          <a:prstGeom prst="rect">
            <a:avLst/>
          </a:prstGeom>
          <a:noFill/>
          <a:ln>
            <a:noFill/>
          </a:ln>
        </p:spPr>
      </p:pic>
      <p:sp>
        <p:nvSpPr>
          <p:cNvPr id="189" name="Google Shape;189;p4"/>
          <p:cNvSpPr txBox="1"/>
          <p:nvPr/>
        </p:nvSpPr>
        <p:spPr>
          <a:xfrm>
            <a:off x="1200150" y="1009650"/>
            <a:ext cx="10225087" cy="1200150"/>
          </a:xfrm>
          <a:prstGeom prst="rect">
            <a:avLst/>
          </a:prstGeom>
          <a:noFill/>
          <a:ln>
            <a:noFill/>
          </a:ln>
        </p:spPr>
        <p:txBody>
          <a:bodyPr anchorCtr="0" anchor="t" bIns="45700" lIns="91425" spcFirstLastPara="1" rIns="91425" wrap="square" tIns="45700">
            <a:spAutoFit/>
          </a:bodyPr>
          <a:lstStyle/>
          <a:p>
            <a:pPr indent="6350" lvl="1" marL="360362" marR="0" rtl="0" algn="just">
              <a:lnSpc>
                <a:spcPct val="100000"/>
              </a:lnSpc>
              <a:spcBef>
                <a:spcPts val="0"/>
              </a:spcBef>
              <a:spcAft>
                <a:spcPts val="0"/>
              </a:spcAft>
              <a:buClr>
                <a:schemeClr val="dk1"/>
              </a:buClr>
              <a:buSzPts val="2400"/>
              <a:buFont typeface="Consolas"/>
              <a:buNone/>
            </a:pPr>
            <a:r>
              <a:rPr b="0" i="0" lang="en-US" sz="2400" u="none" cap="none" strike="noStrike">
                <a:solidFill>
                  <a:schemeClr val="dk1"/>
                </a:solidFill>
                <a:latin typeface="Consolas"/>
                <a:ea typeface="Consolas"/>
                <a:cs typeface="Consolas"/>
                <a:sym typeface="Consolas"/>
              </a:rPr>
              <a:t>Se pide realizar un programa que lea perros hasta leer uno de raza `XXX` y al final informe la cantidad de perros de cada raza.</a:t>
            </a:r>
            <a:endParaRPr/>
          </a:p>
        </p:txBody>
      </p:sp>
      <p:sp>
        <p:nvSpPr>
          <p:cNvPr id="190" name="Google Shape;190;p4"/>
          <p:cNvSpPr txBox="1"/>
          <p:nvPr/>
        </p:nvSpPr>
        <p:spPr>
          <a:xfrm>
            <a:off x="47625" y="2944812"/>
            <a:ext cx="2447925" cy="923925"/>
          </a:xfrm>
          <a:prstGeom prst="rect">
            <a:avLst/>
          </a:prstGeom>
          <a:noFill/>
          <a:ln>
            <a:noFill/>
          </a:ln>
        </p:spPr>
        <p:txBody>
          <a:bodyPr anchorCtr="0" anchor="t" bIns="45700" lIns="91425" spcFirstLastPara="1" rIns="91425" wrap="square" tIns="45700">
            <a:spAutoFit/>
          </a:bodyPr>
          <a:lstStyle/>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Raza `Ovejero`</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Nombre `Bob`</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edad:2</a:t>
            </a:r>
            <a:endParaRPr/>
          </a:p>
        </p:txBody>
      </p:sp>
      <p:grpSp>
        <p:nvGrpSpPr>
          <p:cNvPr id="191" name="Google Shape;191;p4"/>
          <p:cNvGrpSpPr/>
          <p:nvPr/>
        </p:nvGrpSpPr>
        <p:grpSpPr>
          <a:xfrm>
            <a:off x="4151312" y="4581525"/>
            <a:ext cx="5748337" cy="1570037"/>
            <a:chOff x="4137025" y="5186363"/>
            <a:chExt cx="5748462" cy="660400"/>
          </a:xfrm>
        </p:grpSpPr>
        <p:sp>
          <p:nvSpPr>
            <p:cNvPr id="192" name="Google Shape;192;p4"/>
            <p:cNvSpPr txBox="1"/>
            <p:nvPr/>
          </p:nvSpPr>
          <p:spPr>
            <a:xfrm>
              <a:off x="5592763" y="5235575"/>
              <a:ext cx="4292724" cy="611188"/>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FF0000"/>
                </a:buClr>
                <a:buSzPts val="2800"/>
                <a:buFont typeface="Calibri"/>
                <a:buNone/>
              </a:pPr>
              <a:r>
                <a:rPr b="1" i="0" lang="en-US" sz="2800" u="none">
                  <a:solidFill>
                    <a:srgbClr val="FF0000"/>
                  </a:solidFill>
                  <a:latin typeface="Calibri"/>
                  <a:ea typeface="Calibri"/>
                  <a:cs typeface="Calibri"/>
                  <a:sym typeface="Calibri"/>
                </a:rPr>
                <a:t>Ovejero 1</a:t>
              </a:r>
              <a:endParaRPr/>
            </a:p>
            <a:p>
              <a:pPr indent="0" lvl="0" marL="0" marR="0" rtl="0" algn="just">
                <a:lnSpc>
                  <a:spcPct val="90000"/>
                </a:lnSpc>
                <a:spcBef>
                  <a:spcPts val="700"/>
                </a:spcBef>
                <a:spcAft>
                  <a:spcPts val="0"/>
                </a:spcAft>
                <a:buClr>
                  <a:srgbClr val="FF0000"/>
                </a:buClr>
                <a:buSzPts val="2800"/>
                <a:buFont typeface="Calibri"/>
                <a:buNone/>
              </a:pPr>
              <a:r>
                <a:rPr b="1" i="0" lang="en-US" sz="2800" u="none">
                  <a:solidFill>
                    <a:srgbClr val="FF0000"/>
                  </a:solidFill>
                  <a:latin typeface="Calibri"/>
                  <a:ea typeface="Calibri"/>
                  <a:cs typeface="Calibri"/>
                  <a:sym typeface="Calibri"/>
                </a:rPr>
                <a:t>Callejero 2</a:t>
              </a:r>
              <a:endParaRPr/>
            </a:p>
            <a:p>
              <a:pPr indent="0" lvl="0" marL="0" marR="0" rtl="0" algn="just">
                <a:lnSpc>
                  <a:spcPct val="90000"/>
                </a:lnSpc>
                <a:spcBef>
                  <a:spcPts val="700"/>
                </a:spcBef>
                <a:spcAft>
                  <a:spcPts val="0"/>
                </a:spcAft>
                <a:buClr>
                  <a:srgbClr val="FF0000"/>
                </a:buClr>
                <a:buSzPts val="2800"/>
                <a:buFont typeface="Calibri"/>
                <a:buNone/>
              </a:pPr>
              <a:r>
                <a:rPr b="1" i="0" lang="en-US" sz="2800" u="none">
                  <a:solidFill>
                    <a:srgbClr val="FF0000"/>
                  </a:solidFill>
                  <a:latin typeface="Calibri"/>
                  <a:ea typeface="Calibri"/>
                  <a:cs typeface="Calibri"/>
                  <a:sym typeface="Calibri"/>
                </a:rPr>
                <a:t>Golden 1</a:t>
              </a:r>
              <a:endParaRPr/>
            </a:p>
          </p:txBody>
        </p:sp>
        <p:sp>
          <p:nvSpPr>
            <p:cNvPr id="193" name="Google Shape;193;p4"/>
            <p:cNvSpPr/>
            <p:nvPr/>
          </p:nvSpPr>
          <p:spPr>
            <a:xfrm>
              <a:off x="4137025" y="5186363"/>
              <a:ext cx="1060450" cy="660400"/>
            </a:xfrm>
            <a:prstGeom prst="chevron">
              <a:avLst>
                <a:gd fmla="val 14874" name="adj"/>
              </a:avLst>
            </a:prstGeom>
            <a:solidFill>
              <a:srgbClr val="767171"/>
            </a:solidFill>
            <a:ln cap="flat" cmpd="sng" w="12700">
              <a:solidFill>
                <a:srgbClr val="7671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ahoma"/>
                <a:ea typeface="Tahoma"/>
                <a:cs typeface="Tahoma"/>
                <a:sym typeface="Tahoma"/>
              </a:endParaRPr>
            </a:p>
          </p:txBody>
        </p:sp>
      </p:grpSp>
      <p:sp>
        <p:nvSpPr>
          <p:cNvPr id="194" name="Google Shape;194;p4"/>
          <p:cNvSpPr txBox="1"/>
          <p:nvPr/>
        </p:nvSpPr>
        <p:spPr>
          <a:xfrm>
            <a:off x="2671762" y="2951162"/>
            <a:ext cx="2703512" cy="923925"/>
          </a:xfrm>
          <a:prstGeom prst="rect">
            <a:avLst/>
          </a:prstGeom>
          <a:noFill/>
          <a:ln>
            <a:noFill/>
          </a:ln>
        </p:spPr>
        <p:txBody>
          <a:bodyPr anchorCtr="0" anchor="t" bIns="45700" lIns="91425" spcFirstLastPara="1" rIns="91425" wrap="square" tIns="45700">
            <a:spAutoFit/>
          </a:bodyPr>
          <a:lstStyle/>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Raza `Callejero`</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Nombre `Bob`</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edad:1</a:t>
            </a:r>
            <a:endParaRPr/>
          </a:p>
        </p:txBody>
      </p:sp>
      <p:sp>
        <p:nvSpPr>
          <p:cNvPr id="195" name="Google Shape;195;p4"/>
          <p:cNvSpPr txBox="1"/>
          <p:nvPr/>
        </p:nvSpPr>
        <p:spPr>
          <a:xfrm>
            <a:off x="5346700" y="2927350"/>
            <a:ext cx="2705100" cy="923925"/>
          </a:xfrm>
          <a:prstGeom prst="rect">
            <a:avLst/>
          </a:prstGeom>
          <a:noFill/>
          <a:ln>
            <a:noFill/>
          </a:ln>
        </p:spPr>
        <p:txBody>
          <a:bodyPr anchorCtr="0" anchor="t" bIns="45700" lIns="91425" spcFirstLastPara="1" rIns="91425" wrap="square" tIns="45700">
            <a:spAutoFit/>
          </a:bodyPr>
          <a:lstStyle/>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Raza `Golden`</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Nombre `Aragon`</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edad:5</a:t>
            </a:r>
            <a:endParaRPr/>
          </a:p>
        </p:txBody>
      </p:sp>
      <p:sp>
        <p:nvSpPr>
          <p:cNvPr id="196" name="Google Shape;196;p4"/>
          <p:cNvSpPr txBox="1"/>
          <p:nvPr/>
        </p:nvSpPr>
        <p:spPr>
          <a:xfrm>
            <a:off x="204787" y="130175"/>
            <a:ext cx="7272337" cy="6953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CADP – </a:t>
            </a:r>
            <a:r>
              <a:rPr b="1" i="0" lang="en-US" sz="4000" u="none">
                <a:solidFill>
                  <a:srgbClr val="7F7F7F"/>
                </a:solidFill>
                <a:latin typeface="Calibri"/>
                <a:ea typeface="Calibri"/>
                <a:cs typeface="Calibri"/>
                <a:sym typeface="Calibri"/>
              </a:rPr>
              <a:t>ESTRUCTURA DE DATOS</a:t>
            </a:r>
            <a:endParaRPr/>
          </a:p>
        </p:txBody>
      </p:sp>
      <p:sp>
        <p:nvSpPr>
          <p:cNvPr id="197" name="Google Shape;197;p4"/>
          <p:cNvSpPr txBox="1"/>
          <p:nvPr/>
        </p:nvSpPr>
        <p:spPr>
          <a:xfrm>
            <a:off x="8154987" y="120650"/>
            <a:ext cx="2713037" cy="6461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2E75B6"/>
              </a:buClr>
              <a:buSzPts val="3600"/>
              <a:buFont typeface="Calibri"/>
              <a:buNone/>
            </a:pPr>
            <a:r>
              <a:rPr b="1" i="0" lang="en-US" sz="3600" u="none">
                <a:solidFill>
                  <a:srgbClr val="2E75B6"/>
                </a:solidFill>
                <a:latin typeface="Calibri"/>
                <a:ea typeface="Calibri"/>
                <a:cs typeface="Calibri"/>
                <a:sym typeface="Calibri"/>
              </a:rPr>
              <a:t>REGISTRO</a:t>
            </a:r>
            <a:endParaRPr/>
          </a:p>
        </p:txBody>
      </p:sp>
      <p:sp>
        <p:nvSpPr>
          <p:cNvPr id="198" name="Google Shape;198;p4"/>
          <p:cNvSpPr txBox="1"/>
          <p:nvPr/>
        </p:nvSpPr>
        <p:spPr>
          <a:xfrm>
            <a:off x="28575" y="6430962"/>
            <a:ext cx="2133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rPr b="0" i="0" lang="en-US" sz="1200" u="none">
                <a:solidFill>
                  <a:srgbClr val="595959"/>
                </a:solidFill>
                <a:latin typeface="Tahoma"/>
                <a:ea typeface="Tahoma"/>
                <a:cs typeface="Tahoma"/>
                <a:sym typeface="Tahoma"/>
              </a:rPr>
              <a:t>Clase 5-4</a:t>
            </a:r>
            <a:endParaRPr/>
          </a:p>
        </p:txBody>
      </p:sp>
      <p:sp>
        <p:nvSpPr>
          <p:cNvPr id="199" name="Google Shape;199;p4"/>
          <p:cNvSpPr txBox="1"/>
          <p:nvPr/>
        </p:nvSpPr>
        <p:spPr>
          <a:xfrm>
            <a:off x="8154987" y="2911475"/>
            <a:ext cx="2703512" cy="923925"/>
          </a:xfrm>
          <a:prstGeom prst="rect">
            <a:avLst/>
          </a:prstGeom>
          <a:noFill/>
          <a:ln>
            <a:noFill/>
          </a:ln>
        </p:spPr>
        <p:txBody>
          <a:bodyPr anchorCtr="0" anchor="t" bIns="45700" lIns="91425" spcFirstLastPara="1" rIns="91425" wrap="square" tIns="45700">
            <a:spAutoFit/>
          </a:bodyPr>
          <a:lstStyle/>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Raza `Callejero`</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Nombre `Laly`</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edad:4</a:t>
            </a:r>
            <a:endParaRPr/>
          </a:p>
        </p:txBody>
      </p:sp>
      <p:sp>
        <p:nvSpPr>
          <p:cNvPr id="200" name="Google Shape;200;p4"/>
          <p:cNvSpPr txBox="1"/>
          <p:nvPr/>
        </p:nvSpPr>
        <p:spPr>
          <a:xfrm>
            <a:off x="47625" y="4249737"/>
            <a:ext cx="2703512" cy="922337"/>
          </a:xfrm>
          <a:prstGeom prst="rect">
            <a:avLst/>
          </a:prstGeom>
          <a:noFill/>
          <a:ln>
            <a:noFill/>
          </a:ln>
        </p:spPr>
        <p:txBody>
          <a:bodyPr anchorCtr="0" anchor="t" bIns="45700" lIns="91425" spcFirstLastPara="1" rIns="91425" wrap="square" tIns="45700">
            <a:spAutoFit/>
          </a:bodyPr>
          <a:lstStyle/>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Raza `XXX`</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Nombre `Laly`</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edad:4</a:t>
            </a:r>
            <a:endParaRPr/>
          </a:p>
        </p:txBody>
      </p:sp>
      <p:sp>
        <p:nvSpPr>
          <p:cNvPr id="201" name="Google Shape;201;p4"/>
          <p:cNvSpPr txBox="1"/>
          <p:nvPr/>
        </p:nvSpPr>
        <p:spPr>
          <a:xfrm>
            <a:off x="8359775" y="5297487"/>
            <a:ext cx="3268662" cy="6159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70AD47"/>
              </a:buClr>
              <a:buSzPts val="3400"/>
              <a:buFont typeface="Calibri"/>
              <a:buNone/>
            </a:pPr>
            <a:r>
              <a:rPr b="1" i="0" lang="en-US" sz="3400" u="none">
                <a:solidFill>
                  <a:srgbClr val="70AD47"/>
                </a:solidFill>
                <a:latin typeface="Calibri"/>
                <a:ea typeface="Calibri"/>
                <a:cs typeface="Calibri"/>
                <a:sym typeface="Calibri"/>
              </a:rPr>
              <a:t>Qué necesito?</a:t>
            </a:r>
            <a:endParaRPr/>
          </a:p>
        </p:txBody>
      </p:sp>
    </p:spTree>
  </p:cSld>
  <p:clrMapOvr>
    <a:masterClrMapping/>
  </p:clrMapOvr>
  <p:transition>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0"/>
                                        </p:tgtEl>
                                        <p:attrNameLst>
                                          <p:attrName>style.visibility</p:attrName>
                                        </p:attrNameLst>
                                      </p:cBhvr>
                                      <p:to>
                                        <p:strVal val="visible"/>
                                      </p:to>
                                    </p:set>
                                    <p:animEffect filter="fade" transition="in">
                                      <p:cBhvr>
                                        <p:cTn dur="1000"/>
                                        <p:tgtEl>
                                          <p:spTgt spid="1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4"/>
                                        </p:tgtEl>
                                        <p:attrNameLst>
                                          <p:attrName>style.visibility</p:attrName>
                                        </p:attrNameLst>
                                      </p:cBhvr>
                                      <p:to>
                                        <p:strVal val="visible"/>
                                      </p:to>
                                    </p:set>
                                    <p:animEffect filter="fade" transition="in">
                                      <p:cBhvr>
                                        <p:cTn dur="1000"/>
                                        <p:tgtEl>
                                          <p:spTgt spid="19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5"/>
                                        </p:tgtEl>
                                        <p:attrNameLst>
                                          <p:attrName>style.visibility</p:attrName>
                                        </p:attrNameLst>
                                      </p:cBhvr>
                                      <p:to>
                                        <p:strVal val="visible"/>
                                      </p:to>
                                    </p:set>
                                    <p:animEffect filter="fade" transition="in">
                                      <p:cBhvr>
                                        <p:cTn dur="1000"/>
                                        <p:tgtEl>
                                          <p:spTgt spid="1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99"/>
                                        </p:tgtEl>
                                        <p:attrNameLst>
                                          <p:attrName>style.visibility</p:attrName>
                                        </p:attrNameLst>
                                      </p:cBhvr>
                                      <p:to>
                                        <p:strVal val="visible"/>
                                      </p:to>
                                    </p:set>
                                    <p:animEffect filter="fade" transition="in">
                                      <p:cBhvr>
                                        <p:cTn dur="1000"/>
                                        <p:tgtEl>
                                          <p:spTgt spid="19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1000"/>
                                        <p:tgtEl>
                                          <p:spTgt spid="2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1"/>
                                        </p:tgtEl>
                                        <p:attrNameLst>
                                          <p:attrName>style.visibility</p:attrName>
                                        </p:attrNameLst>
                                      </p:cBhvr>
                                      <p:to>
                                        <p:strVal val="visible"/>
                                      </p:to>
                                    </p:set>
                                    <p:animEffect filter="fade" transition="in">
                                      <p:cBhvr>
                                        <p:cTn dur="1500"/>
                                        <p:tgtEl>
                                          <p:spTgt spid="2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descr="Diagrama&#10;&#10;Descripción generada automáticamente con confianza baja" id="206" name="Google Shape;206;p5"/>
          <p:cNvPicPr preferRelativeResize="0"/>
          <p:nvPr/>
        </p:nvPicPr>
        <p:blipFill rotWithShape="1">
          <a:blip r:embed="rId3">
            <a:alphaModFix/>
          </a:blip>
          <a:srcRect b="0" l="0" r="0" t="0"/>
          <a:stretch/>
        </p:blipFill>
        <p:spPr>
          <a:xfrm>
            <a:off x="11209337" y="153987"/>
            <a:ext cx="777875" cy="782637"/>
          </a:xfrm>
          <a:prstGeom prst="rect">
            <a:avLst/>
          </a:prstGeom>
          <a:noFill/>
          <a:ln>
            <a:noFill/>
          </a:ln>
        </p:spPr>
      </p:pic>
      <p:pic>
        <p:nvPicPr>
          <p:cNvPr descr="Imagen que contiene dibujo, plato, señal&#10;&#10;Descripción generada automáticamente" id="207" name="Google Shape;207;p5"/>
          <p:cNvPicPr preferRelativeResize="0"/>
          <p:nvPr/>
        </p:nvPicPr>
        <p:blipFill rotWithShape="1">
          <a:blip r:embed="rId4">
            <a:alphaModFix/>
          </a:blip>
          <a:srcRect b="0" l="0" r="0" t="0"/>
          <a:stretch/>
        </p:blipFill>
        <p:spPr>
          <a:xfrm>
            <a:off x="238125" y="877887"/>
            <a:ext cx="962025" cy="962025"/>
          </a:xfrm>
          <a:prstGeom prst="rect">
            <a:avLst/>
          </a:prstGeom>
          <a:noFill/>
          <a:ln>
            <a:noFill/>
          </a:ln>
        </p:spPr>
      </p:pic>
      <p:sp>
        <p:nvSpPr>
          <p:cNvPr id="208" name="Google Shape;208;p5"/>
          <p:cNvSpPr txBox="1"/>
          <p:nvPr/>
        </p:nvSpPr>
        <p:spPr>
          <a:xfrm>
            <a:off x="1200150" y="1009650"/>
            <a:ext cx="10225087" cy="1200150"/>
          </a:xfrm>
          <a:prstGeom prst="rect">
            <a:avLst/>
          </a:prstGeom>
          <a:noFill/>
          <a:ln>
            <a:noFill/>
          </a:ln>
        </p:spPr>
        <p:txBody>
          <a:bodyPr anchorCtr="0" anchor="t" bIns="45700" lIns="91425" spcFirstLastPara="1" rIns="91425" wrap="square" tIns="45700">
            <a:spAutoFit/>
          </a:bodyPr>
          <a:lstStyle/>
          <a:p>
            <a:pPr indent="6350" lvl="1" marL="360362" marR="0" rtl="0" algn="just">
              <a:lnSpc>
                <a:spcPct val="100000"/>
              </a:lnSpc>
              <a:spcBef>
                <a:spcPts val="0"/>
              </a:spcBef>
              <a:spcAft>
                <a:spcPts val="0"/>
              </a:spcAft>
              <a:buClr>
                <a:schemeClr val="dk1"/>
              </a:buClr>
              <a:buSzPts val="2400"/>
              <a:buFont typeface="Consolas"/>
              <a:buNone/>
            </a:pPr>
            <a:r>
              <a:rPr b="0" i="0" lang="en-US" sz="2400" u="none" cap="none" strike="noStrike">
                <a:solidFill>
                  <a:schemeClr val="dk1"/>
                </a:solidFill>
                <a:latin typeface="Consolas"/>
                <a:ea typeface="Consolas"/>
                <a:cs typeface="Consolas"/>
                <a:sym typeface="Consolas"/>
              </a:rPr>
              <a:t>Se pide realizar un programa que lea perros hasta leer uno de raza `XXX` y al final informe la cantidad de perros de cada raza.</a:t>
            </a:r>
            <a:endParaRPr/>
          </a:p>
        </p:txBody>
      </p:sp>
      <p:sp>
        <p:nvSpPr>
          <p:cNvPr id="209" name="Google Shape;209;p5"/>
          <p:cNvSpPr txBox="1"/>
          <p:nvPr/>
        </p:nvSpPr>
        <p:spPr>
          <a:xfrm>
            <a:off x="-23812" y="4540250"/>
            <a:ext cx="2447925" cy="923925"/>
          </a:xfrm>
          <a:prstGeom prst="rect">
            <a:avLst/>
          </a:prstGeom>
          <a:noFill/>
          <a:ln>
            <a:noFill/>
          </a:ln>
        </p:spPr>
        <p:txBody>
          <a:bodyPr anchorCtr="0" anchor="t" bIns="45700" lIns="91425" spcFirstLastPara="1" rIns="91425" wrap="square" tIns="45700">
            <a:spAutoFit/>
          </a:bodyPr>
          <a:lstStyle/>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Raza `Ovejero`</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Nombre `Bob`</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edad:2</a:t>
            </a:r>
            <a:endParaRPr/>
          </a:p>
        </p:txBody>
      </p:sp>
      <p:grpSp>
        <p:nvGrpSpPr>
          <p:cNvPr id="210" name="Google Shape;210;p5"/>
          <p:cNvGrpSpPr/>
          <p:nvPr/>
        </p:nvGrpSpPr>
        <p:grpSpPr>
          <a:xfrm>
            <a:off x="6024562" y="2566987"/>
            <a:ext cx="5086350" cy="923925"/>
            <a:chOff x="4137025" y="5186363"/>
            <a:chExt cx="5087707" cy="480944"/>
          </a:xfrm>
        </p:grpSpPr>
        <p:sp>
          <p:nvSpPr>
            <p:cNvPr id="211" name="Google Shape;211;p5"/>
            <p:cNvSpPr txBox="1"/>
            <p:nvPr/>
          </p:nvSpPr>
          <p:spPr>
            <a:xfrm>
              <a:off x="5592763" y="5235576"/>
              <a:ext cx="3631969" cy="431731"/>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FF0000"/>
                </a:buClr>
                <a:buSzPts val="2800"/>
                <a:buFont typeface="Calibri"/>
                <a:buNone/>
              </a:pPr>
              <a:r>
                <a:rPr b="1" i="0" lang="en-US" sz="2800" u="none">
                  <a:solidFill>
                    <a:srgbClr val="FF0000"/>
                  </a:solidFill>
                  <a:latin typeface="Calibri"/>
                  <a:ea typeface="Calibri"/>
                  <a:cs typeface="Calibri"/>
                  <a:sym typeface="Calibri"/>
                </a:rPr>
                <a:t>Callejero 2</a:t>
              </a:r>
              <a:endParaRPr/>
            </a:p>
          </p:txBody>
        </p:sp>
        <p:sp>
          <p:nvSpPr>
            <p:cNvPr id="212" name="Google Shape;212;p5"/>
            <p:cNvSpPr/>
            <p:nvPr/>
          </p:nvSpPr>
          <p:spPr>
            <a:xfrm>
              <a:off x="4137025" y="5186363"/>
              <a:ext cx="767227" cy="330200"/>
            </a:xfrm>
            <a:prstGeom prst="chevron">
              <a:avLst>
                <a:gd fmla="val 16952" name="adj"/>
              </a:avLst>
            </a:prstGeom>
            <a:solidFill>
              <a:srgbClr val="767171"/>
            </a:solidFill>
            <a:ln cap="flat" cmpd="sng" w="12700">
              <a:solidFill>
                <a:srgbClr val="7671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ahoma"/>
                <a:ea typeface="Tahoma"/>
                <a:cs typeface="Tahoma"/>
                <a:sym typeface="Tahoma"/>
              </a:endParaRPr>
            </a:p>
          </p:txBody>
        </p:sp>
      </p:grpSp>
      <p:sp>
        <p:nvSpPr>
          <p:cNvPr id="213" name="Google Shape;213;p5"/>
          <p:cNvSpPr txBox="1"/>
          <p:nvPr/>
        </p:nvSpPr>
        <p:spPr>
          <a:xfrm>
            <a:off x="0" y="2492375"/>
            <a:ext cx="2703512" cy="923925"/>
          </a:xfrm>
          <a:prstGeom prst="rect">
            <a:avLst/>
          </a:prstGeom>
          <a:noFill/>
          <a:ln>
            <a:noFill/>
          </a:ln>
        </p:spPr>
        <p:txBody>
          <a:bodyPr anchorCtr="0" anchor="t" bIns="45700" lIns="91425" spcFirstLastPara="1" rIns="91425" wrap="square" tIns="45700">
            <a:spAutoFit/>
          </a:bodyPr>
          <a:lstStyle/>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Raza `Callejero`</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Nombre `Bob`</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edad:1</a:t>
            </a:r>
            <a:endParaRPr/>
          </a:p>
        </p:txBody>
      </p:sp>
      <p:sp>
        <p:nvSpPr>
          <p:cNvPr id="214" name="Google Shape;214;p5"/>
          <p:cNvSpPr txBox="1"/>
          <p:nvPr/>
        </p:nvSpPr>
        <p:spPr>
          <a:xfrm>
            <a:off x="-1587" y="3559175"/>
            <a:ext cx="2705100" cy="923925"/>
          </a:xfrm>
          <a:prstGeom prst="rect">
            <a:avLst/>
          </a:prstGeom>
          <a:noFill/>
          <a:ln>
            <a:noFill/>
          </a:ln>
        </p:spPr>
        <p:txBody>
          <a:bodyPr anchorCtr="0" anchor="t" bIns="45700" lIns="91425" spcFirstLastPara="1" rIns="91425" wrap="square" tIns="45700">
            <a:spAutoFit/>
          </a:bodyPr>
          <a:lstStyle/>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Raza `Golden`</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Nombre `Aragon`</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edad:5</a:t>
            </a:r>
            <a:endParaRPr/>
          </a:p>
        </p:txBody>
      </p:sp>
      <p:sp>
        <p:nvSpPr>
          <p:cNvPr id="215" name="Google Shape;215;p5"/>
          <p:cNvSpPr txBox="1"/>
          <p:nvPr/>
        </p:nvSpPr>
        <p:spPr>
          <a:xfrm>
            <a:off x="204787" y="130175"/>
            <a:ext cx="7272337" cy="6953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CADP – </a:t>
            </a:r>
            <a:r>
              <a:rPr b="1" i="0" lang="en-US" sz="4000" u="none">
                <a:solidFill>
                  <a:srgbClr val="7F7F7F"/>
                </a:solidFill>
                <a:latin typeface="Calibri"/>
                <a:ea typeface="Calibri"/>
                <a:cs typeface="Calibri"/>
                <a:sym typeface="Calibri"/>
              </a:rPr>
              <a:t>ESTRUCTURA DE DATOS</a:t>
            </a:r>
            <a:endParaRPr/>
          </a:p>
        </p:txBody>
      </p:sp>
      <p:sp>
        <p:nvSpPr>
          <p:cNvPr id="216" name="Google Shape;216;p5"/>
          <p:cNvSpPr txBox="1"/>
          <p:nvPr/>
        </p:nvSpPr>
        <p:spPr>
          <a:xfrm>
            <a:off x="8154987" y="120650"/>
            <a:ext cx="2713037" cy="6461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2E75B6"/>
              </a:buClr>
              <a:buSzPts val="3600"/>
              <a:buFont typeface="Calibri"/>
              <a:buNone/>
            </a:pPr>
            <a:r>
              <a:rPr b="1" i="0" lang="en-US" sz="3600" u="none">
                <a:solidFill>
                  <a:srgbClr val="2E75B6"/>
                </a:solidFill>
                <a:latin typeface="Calibri"/>
                <a:ea typeface="Calibri"/>
                <a:cs typeface="Calibri"/>
                <a:sym typeface="Calibri"/>
              </a:rPr>
              <a:t>REGISTRO</a:t>
            </a:r>
            <a:endParaRPr/>
          </a:p>
        </p:txBody>
      </p:sp>
      <p:sp>
        <p:nvSpPr>
          <p:cNvPr id="217" name="Google Shape;217;p5"/>
          <p:cNvSpPr txBox="1"/>
          <p:nvPr/>
        </p:nvSpPr>
        <p:spPr>
          <a:xfrm>
            <a:off x="28575" y="6430962"/>
            <a:ext cx="2133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rPr b="0" i="0" lang="en-US" sz="1200" u="none">
                <a:solidFill>
                  <a:srgbClr val="595959"/>
                </a:solidFill>
                <a:latin typeface="Tahoma"/>
                <a:ea typeface="Tahoma"/>
                <a:cs typeface="Tahoma"/>
                <a:sym typeface="Tahoma"/>
              </a:rPr>
              <a:t>Clase 5-4</a:t>
            </a:r>
            <a:endParaRPr/>
          </a:p>
        </p:txBody>
      </p:sp>
      <p:sp>
        <p:nvSpPr>
          <p:cNvPr id="218" name="Google Shape;218;p5"/>
          <p:cNvSpPr txBox="1"/>
          <p:nvPr/>
        </p:nvSpPr>
        <p:spPr>
          <a:xfrm>
            <a:off x="2751137" y="2497137"/>
            <a:ext cx="2703512" cy="923925"/>
          </a:xfrm>
          <a:prstGeom prst="rect">
            <a:avLst/>
          </a:prstGeom>
          <a:noFill/>
          <a:ln>
            <a:noFill/>
          </a:ln>
        </p:spPr>
        <p:txBody>
          <a:bodyPr anchorCtr="0" anchor="t" bIns="45700" lIns="91425" spcFirstLastPara="1" rIns="91425" wrap="square" tIns="45700">
            <a:spAutoFit/>
          </a:bodyPr>
          <a:lstStyle/>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Raza `Callejero`</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Nombre `Laly`</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edad:4</a:t>
            </a:r>
            <a:endParaRPr/>
          </a:p>
        </p:txBody>
      </p:sp>
      <p:sp>
        <p:nvSpPr>
          <p:cNvPr id="219" name="Google Shape;219;p5"/>
          <p:cNvSpPr txBox="1"/>
          <p:nvPr/>
        </p:nvSpPr>
        <p:spPr>
          <a:xfrm>
            <a:off x="-23812" y="5521325"/>
            <a:ext cx="2703512" cy="922337"/>
          </a:xfrm>
          <a:prstGeom prst="rect">
            <a:avLst/>
          </a:prstGeom>
          <a:noFill/>
          <a:ln>
            <a:noFill/>
          </a:ln>
        </p:spPr>
        <p:txBody>
          <a:bodyPr anchorCtr="0" anchor="t" bIns="45700" lIns="91425" spcFirstLastPara="1" rIns="91425" wrap="square" tIns="45700">
            <a:spAutoFit/>
          </a:bodyPr>
          <a:lstStyle/>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Raza `XXX`</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Nombre `Laly`</a:t>
            </a:r>
            <a:endParaRPr/>
          </a:p>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edad:4</a:t>
            </a:r>
            <a:endParaRPr/>
          </a:p>
        </p:txBody>
      </p:sp>
      <p:grpSp>
        <p:nvGrpSpPr>
          <p:cNvPr id="220" name="Google Shape;220;p5"/>
          <p:cNvGrpSpPr/>
          <p:nvPr/>
        </p:nvGrpSpPr>
        <p:grpSpPr>
          <a:xfrm>
            <a:off x="3287712" y="3687762"/>
            <a:ext cx="5087937" cy="923925"/>
            <a:chOff x="4137025" y="5186363"/>
            <a:chExt cx="5087707" cy="480944"/>
          </a:xfrm>
        </p:grpSpPr>
        <p:sp>
          <p:nvSpPr>
            <p:cNvPr id="221" name="Google Shape;221;p5"/>
            <p:cNvSpPr txBox="1"/>
            <p:nvPr/>
          </p:nvSpPr>
          <p:spPr>
            <a:xfrm>
              <a:off x="5592763" y="5235576"/>
              <a:ext cx="3631969" cy="431731"/>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FF0000"/>
                </a:buClr>
                <a:buSzPts val="2800"/>
                <a:buFont typeface="Calibri"/>
                <a:buNone/>
              </a:pPr>
              <a:r>
                <a:rPr b="1" i="0" lang="en-US" sz="2800" u="none">
                  <a:solidFill>
                    <a:srgbClr val="FF0000"/>
                  </a:solidFill>
                  <a:latin typeface="Calibri"/>
                  <a:ea typeface="Calibri"/>
                  <a:cs typeface="Calibri"/>
                  <a:sym typeface="Calibri"/>
                </a:rPr>
                <a:t>Golden 1</a:t>
              </a:r>
              <a:endParaRPr/>
            </a:p>
          </p:txBody>
        </p:sp>
        <p:sp>
          <p:nvSpPr>
            <p:cNvPr id="222" name="Google Shape;222;p5"/>
            <p:cNvSpPr/>
            <p:nvPr/>
          </p:nvSpPr>
          <p:spPr>
            <a:xfrm>
              <a:off x="4137025" y="5186363"/>
              <a:ext cx="767227" cy="330200"/>
            </a:xfrm>
            <a:prstGeom prst="chevron">
              <a:avLst>
                <a:gd fmla="val 16952" name="adj"/>
              </a:avLst>
            </a:prstGeom>
            <a:solidFill>
              <a:srgbClr val="767171"/>
            </a:solidFill>
            <a:ln cap="flat" cmpd="sng" w="12700">
              <a:solidFill>
                <a:srgbClr val="7671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ahoma"/>
                <a:ea typeface="Tahoma"/>
                <a:cs typeface="Tahoma"/>
                <a:sym typeface="Tahoma"/>
              </a:endParaRPr>
            </a:p>
          </p:txBody>
        </p:sp>
      </p:grpSp>
      <p:grpSp>
        <p:nvGrpSpPr>
          <p:cNvPr id="223" name="Google Shape;223;p5"/>
          <p:cNvGrpSpPr/>
          <p:nvPr/>
        </p:nvGrpSpPr>
        <p:grpSpPr>
          <a:xfrm>
            <a:off x="3287712" y="4689475"/>
            <a:ext cx="5087937" cy="922337"/>
            <a:chOff x="4137025" y="5186363"/>
            <a:chExt cx="5087707" cy="480944"/>
          </a:xfrm>
        </p:grpSpPr>
        <p:sp>
          <p:nvSpPr>
            <p:cNvPr id="224" name="Google Shape;224;p5"/>
            <p:cNvSpPr txBox="1"/>
            <p:nvPr/>
          </p:nvSpPr>
          <p:spPr>
            <a:xfrm>
              <a:off x="5592763" y="5235576"/>
              <a:ext cx="3631969" cy="431731"/>
            </a:xfrm>
            <a:prstGeom prst="rect">
              <a:avLst/>
            </a:prstGeom>
            <a:noFill/>
            <a:ln>
              <a:noFill/>
            </a:ln>
          </p:spPr>
          <p:txBody>
            <a:bodyPr anchorCtr="0" anchor="t" bIns="45700" lIns="91425" spcFirstLastPara="1" rIns="91425" wrap="square" tIns="45700">
              <a:noAutofit/>
            </a:bodyPr>
            <a:lstStyle/>
            <a:p>
              <a:pPr indent="0" lvl="0" marL="0" marR="0" rtl="0" algn="just">
                <a:lnSpc>
                  <a:spcPct val="90000"/>
                </a:lnSpc>
                <a:spcBef>
                  <a:spcPts val="0"/>
                </a:spcBef>
                <a:spcAft>
                  <a:spcPts val="0"/>
                </a:spcAft>
                <a:buClr>
                  <a:srgbClr val="FF0000"/>
                </a:buClr>
                <a:buSzPts val="2800"/>
                <a:buFont typeface="Calibri"/>
                <a:buNone/>
              </a:pPr>
              <a:r>
                <a:rPr b="1" i="0" lang="en-US" sz="2800" u="none">
                  <a:solidFill>
                    <a:srgbClr val="FF0000"/>
                  </a:solidFill>
                  <a:latin typeface="Calibri"/>
                  <a:ea typeface="Calibri"/>
                  <a:cs typeface="Calibri"/>
                  <a:sym typeface="Calibri"/>
                </a:rPr>
                <a:t>Ovejero1</a:t>
              </a:r>
              <a:endParaRPr/>
            </a:p>
          </p:txBody>
        </p:sp>
        <p:sp>
          <p:nvSpPr>
            <p:cNvPr id="225" name="Google Shape;225;p5"/>
            <p:cNvSpPr/>
            <p:nvPr/>
          </p:nvSpPr>
          <p:spPr>
            <a:xfrm>
              <a:off x="4137025" y="5186363"/>
              <a:ext cx="767227" cy="330200"/>
            </a:xfrm>
            <a:prstGeom prst="chevron">
              <a:avLst>
                <a:gd fmla="val 16952" name="adj"/>
              </a:avLst>
            </a:prstGeom>
            <a:solidFill>
              <a:srgbClr val="767171"/>
            </a:solidFill>
            <a:ln cap="flat" cmpd="sng" w="12700">
              <a:solidFill>
                <a:srgbClr val="767171"/>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ahoma"/>
                <a:ea typeface="Tahoma"/>
                <a:cs typeface="Tahoma"/>
                <a:sym typeface="Tahoma"/>
              </a:endParaRPr>
            </a:p>
          </p:txBody>
        </p:sp>
      </p:grpSp>
      <p:sp>
        <p:nvSpPr>
          <p:cNvPr id="226" name="Google Shape;226;p5"/>
          <p:cNvSpPr txBox="1"/>
          <p:nvPr/>
        </p:nvSpPr>
        <p:spPr>
          <a:xfrm>
            <a:off x="8091487" y="3956050"/>
            <a:ext cx="3810000" cy="16922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4472C4"/>
              </a:buClr>
              <a:buSzPts val="3400"/>
              <a:buFont typeface="Calibri"/>
              <a:buNone/>
            </a:pPr>
            <a:r>
              <a:rPr b="1" i="0" lang="en-US" sz="3400" u="none">
                <a:solidFill>
                  <a:srgbClr val="4472C4"/>
                </a:solidFill>
                <a:latin typeface="Calibri"/>
                <a:ea typeface="Calibri"/>
                <a:cs typeface="Calibri"/>
                <a:sym typeface="Calibri"/>
              </a:rPr>
              <a:t>NECESITO</a:t>
            </a:r>
            <a:endParaRPr/>
          </a:p>
          <a:p>
            <a:pPr indent="0" lvl="0" marL="0" marR="0" rtl="0" algn="ctr">
              <a:lnSpc>
                <a:spcPct val="100000"/>
              </a:lnSpc>
              <a:spcBef>
                <a:spcPts val="1400"/>
              </a:spcBef>
              <a:spcAft>
                <a:spcPts val="0"/>
              </a:spcAft>
              <a:buClr>
                <a:srgbClr val="4472C4"/>
              </a:buClr>
              <a:buSzPts val="2800"/>
              <a:buFont typeface="Calibri"/>
              <a:buNone/>
            </a:pPr>
            <a:r>
              <a:rPr b="1" i="0" lang="en-US" sz="2800" u="none">
                <a:solidFill>
                  <a:srgbClr val="4472C4"/>
                </a:solidFill>
                <a:latin typeface="Calibri"/>
                <a:ea typeface="Calibri"/>
                <a:cs typeface="Calibri"/>
                <a:sym typeface="Calibri"/>
              </a:rPr>
              <a:t>Que los datos vengan ORDENADOS</a:t>
            </a:r>
            <a:endParaRPr/>
          </a:p>
        </p:txBody>
      </p:sp>
    </p:spTree>
  </p:cSld>
  <p:clrMapOvr>
    <a:masterClrMapping/>
  </p:clrMapOvr>
  <p:transition>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3"/>
                                        </p:tgtEl>
                                        <p:attrNameLst>
                                          <p:attrName>style.visibility</p:attrName>
                                        </p:attrNameLst>
                                      </p:cBhvr>
                                      <p:to>
                                        <p:strVal val="visible"/>
                                      </p:to>
                                    </p:set>
                                    <p:animEffect filter="fade" transition="in">
                                      <p:cBhvr>
                                        <p:cTn dur="1000"/>
                                        <p:tgtEl>
                                          <p:spTgt spid="21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8"/>
                                        </p:tgtEl>
                                        <p:attrNameLst>
                                          <p:attrName>style.visibility</p:attrName>
                                        </p:attrNameLst>
                                      </p:cBhvr>
                                      <p:to>
                                        <p:strVal val="visible"/>
                                      </p:to>
                                    </p:set>
                                    <p:animEffect filter="fade" transition="in">
                                      <p:cBhvr>
                                        <p:cTn dur="1000"/>
                                        <p:tgtEl>
                                          <p:spTgt spid="2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4"/>
                                        </p:tgtEl>
                                        <p:attrNameLst>
                                          <p:attrName>style.visibility</p:attrName>
                                        </p:attrNameLst>
                                      </p:cBhvr>
                                      <p:to>
                                        <p:strVal val="visible"/>
                                      </p:to>
                                    </p:set>
                                    <p:animEffect filter="fade" transition="in">
                                      <p:cBhvr>
                                        <p:cTn dur="1000"/>
                                        <p:tgtEl>
                                          <p:spTgt spid="2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09"/>
                                        </p:tgtEl>
                                        <p:attrNameLst>
                                          <p:attrName>style.visibility</p:attrName>
                                        </p:attrNameLst>
                                      </p:cBhvr>
                                      <p:to>
                                        <p:strVal val="visible"/>
                                      </p:to>
                                    </p:set>
                                    <p:animEffect filter="fade" transition="in">
                                      <p:cBhvr>
                                        <p:cTn dur="1000"/>
                                        <p:tgtEl>
                                          <p:spTgt spid="2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19"/>
                                        </p:tgtEl>
                                        <p:attrNameLst>
                                          <p:attrName>style.visibility</p:attrName>
                                        </p:attrNameLst>
                                      </p:cBhvr>
                                      <p:to>
                                        <p:strVal val="visible"/>
                                      </p:to>
                                    </p:set>
                                    <p:animEffect filter="fade" transition="in">
                                      <p:cBhvr>
                                        <p:cTn dur="1000"/>
                                        <p:tgtEl>
                                          <p:spTgt spid="21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26"/>
                                        </p:tgtEl>
                                        <p:attrNameLst>
                                          <p:attrName>style.visibility</p:attrName>
                                        </p:attrNameLst>
                                      </p:cBhvr>
                                      <p:to>
                                        <p:strVal val="visible"/>
                                      </p:to>
                                    </p:set>
                                    <p:animEffect filter="fade" transition="in">
                                      <p:cBhvr>
                                        <p:cTn dur="1000"/>
                                        <p:tgtEl>
                                          <p:spTgt spid="22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0" name="Shape 230"/>
        <p:cNvGrpSpPr/>
        <p:nvPr/>
      </p:nvGrpSpPr>
      <p:grpSpPr>
        <a:xfrm>
          <a:off x="0" y="0"/>
          <a:ext cx="0" cy="0"/>
          <a:chOff x="0" y="0"/>
          <a:chExt cx="0" cy="0"/>
        </a:xfrm>
      </p:grpSpPr>
      <p:pic>
        <p:nvPicPr>
          <p:cNvPr descr="Diagrama&#10;&#10;Descripción generada automáticamente con confianza baja" id="231" name="Google Shape;231;p6"/>
          <p:cNvPicPr preferRelativeResize="0"/>
          <p:nvPr/>
        </p:nvPicPr>
        <p:blipFill rotWithShape="1">
          <a:blip r:embed="rId3">
            <a:alphaModFix/>
          </a:blip>
          <a:srcRect b="0" l="0" r="0" t="0"/>
          <a:stretch/>
        </p:blipFill>
        <p:spPr>
          <a:xfrm>
            <a:off x="11209337" y="153987"/>
            <a:ext cx="777875" cy="782637"/>
          </a:xfrm>
          <a:prstGeom prst="rect">
            <a:avLst/>
          </a:prstGeom>
          <a:noFill/>
          <a:ln>
            <a:noFill/>
          </a:ln>
        </p:spPr>
      </p:pic>
      <p:pic>
        <p:nvPicPr>
          <p:cNvPr descr="Imagen que contiene dibujo, plato, señal&#10;&#10;Descripción generada automáticamente" id="232" name="Google Shape;232;p6"/>
          <p:cNvPicPr preferRelativeResize="0"/>
          <p:nvPr/>
        </p:nvPicPr>
        <p:blipFill rotWithShape="1">
          <a:blip r:embed="rId4">
            <a:alphaModFix/>
          </a:blip>
          <a:srcRect b="0" l="0" r="0" t="0"/>
          <a:stretch/>
        </p:blipFill>
        <p:spPr>
          <a:xfrm>
            <a:off x="204787" y="998537"/>
            <a:ext cx="695325" cy="695325"/>
          </a:xfrm>
          <a:prstGeom prst="rect">
            <a:avLst/>
          </a:prstGeom>
          <a:noFill/>
          <a:ln>
            <a:noFill/>
          </a:ln>
        </p:spPr>
      </p:pic>
      <p:sp>
        <p:nvSpPr>
          <p:cNvPr id="233" name="Google Shape;233;p6"/>
          <p:cNvSpPr txBox="1"/>
          <p:nvPr/>
        </p:nvSpPr>
        <p:spPr>
          <a:xfrm>
            <a:off x="166687" y="1881187"/>
            <a:ext cx="8435975" cy="4524375"/>
          </a:xfrm>
          <a:prstGeom prst="rect">
            <a:avLst/>
          </a:prstGeom>
          <a:noFill/>
          <a:ln>
            <a:noFill/>
          </a:ln>
        </p:spPr>
        <p:txBody>
          <a:bodyPr anchorCtr="0" anchor="t" bIns="45700" lIns="91425" spcFirstLastPara="1" rIns="91425" wrap="square" tIns="45700">
            <a:spAutoFit/>
          </a:bodyPr>
          <a:lstStyle/>
          <a:p>
            <a:pPr indent="6350" lvl="1" marL="360362" marR="0" rtl="0" algn="just">
              <a:lnSpc>
                <a:spcPct val="100000"/>
              </a:lnSpc>
              <a:spcBef>
                <a:spcPts val="0"/>
              </a:spcBef>
              <a:spcAft>
                <a:spcPts val="0"/>
              </a:spcAft>
              <a:buClr>
                <a:schemeClr val="dk1"/>
              </a:buClr>
              <a:buSzPts val="2400"/>
              <a:buFont typeface="Consolas"/>
              <a:buNone/>
            </a:pPr>
            <a:r>
              <a:rPr b="0" i="0" lang="en-US" sz="2400" u="none" cap="none" strike="noStrike">
                <a:solidFill>
                  <a:schemeClr val="dk1"/>
                </a:solidFill>
                <a:latin typeface="Consolas"/>
                <a:ea typeface="Consolas"/>
                <a:cs typeface="Consolas"/>
                <a:sym typeface="Consolas"/>
              </a:rPr>
              <a:t>Inicializar contador (cant)</a:t>
            </a:r>
            <a:endParaRPr/>
          </a:p>
          <a:p>
            <a:pPr indent="6350" lvl="1" marL="360362" marR="0" rtl="0" algn="just">
              <a:lnSpc>
                <a:spcPct val="100000"/>
              </a:lnSpc>
              <a:spcBef>
                <a:spcPts val="0"/>
              </a:spcBef>
              <a:spcAft>
                <a:spcPts val="0"/>
              </a:spcAft>
              <a:buClr>
                <a:schemeClr val="dk1"/>
              </a:buClr>
              <a:buSzPts val="2400"/>
              <a:buFont typeface="Consolas"/>
              <a:buNone/>
            </a:pPr>
            <a:r>
              <a:rPr b="0" i="0" lang="en-US" sz="2400" u="none" cap="none" strike="noStrike">
                <a:solidFill>
                  <a:schemeClr val="dk1"/>
                </a:solidFill>
                <a:latin typeface="Consolas"/>
                <a:ea typeface="Consolas"/>
                <a:cs typeface="Consolas"/>
                <a:sym typeface="Consolas"/>
              </a:rPr>
              <a:t>Leer registro (ani)</a:t>
            </a:r>
            <a:endParaRPr/>
          </a:p>
          <a:p>
            <a:pPr indent="6350" lvl="1" marL="360362" marR="0" rtl="0" algn="just">
              <a:lnSpc>
                <a:spcPct val="100000"/>
              </a:lnSpc>
              <a:spcBef>
                <a:spcPts val="0"/>
              </a:spcBef>
              <a:spcAft>
                <a:spcPts val="0"/>
              </a:spcAft>
              <a:buClr>
                <a:schemeClr val="dk1"/>
              </a:buClr>
              <a:buSzPts val="2400"/>
              <a:buFont typeface="Consolas"/>
              <a:buNone/>
            </a:pPr>
            <a:r>
              <a:rPr b="0" i="0" lang="en-US" sz="2400" u="none" cap="none" strike="noStrike">
                <a:solidFill>
                  <a:schemeClr val="dk1"/>
                </a:solidFill>
                <a:latin typeface="Consolas"/>
                <a:ea typeface="Consolas"/>
                <a:cs typeface="Consolas"/>
                <a:sym typeface="Consolas"/>
              </a:rPr>
              <a:t>Mientras (no sea la condición de fin) do</a:t>
            </a:r>
            <a:endParaRPr/>
          </a:p>
          <a:p>
            <a:pPr indent="6350" lvl="1" marL="360362" marR="0" rtl="0" algn="just">
              <a:lnSpc>
                <a:spcPct val="100000"/>
              </a:lnSpc>
              <a:spcBef>
                <a:spcPts val="0"/>
              </a:spcBef>
              <a:spcAft>
                <a:spcPts val="0"/>
              </a:spcAft>
              <a:buClr>
                <a:schemeClr val="dk1"/>
              </a:buClr>
              <a:buSzPts val="2400"/>
              <a:buFont typeface="Consolas"/>
              <a:buNone/>
            </a:pPr>
            <a:r>
              <a:rPr b="0" i="0" lang="en-US" sz="2400" u="none" cap="none" strike="noStrike">
                <a:solidFill>
                  <a:schemeClr val="dk1"/>
                </a:solidFill>
                <a:latin typeface="Consolas"/>
                <a:ea typeface="Consolas"/>
                <a:cs typeface="Consolas"/>
                <a:sym typeface="Consolas"/>
              </a:rPr>
              <a:t> begin</a:t>
            </a:r>
            <a:endParaRPr/>
          </a:p>
          <a:p>
            <a:pPr indent="6350" lvl="1" marL="360362" marR="0" rtl="0" algn="just">
              <a:lnSpc>
                <a:spcPct val="100000"/>
              </a:lnSpc>
              <a:spcBef>
                <a:spcPts val="0"/>
              </a:spcBef>
              <a:spcAft>
                <a:spcPts val="0"/>
              </a:spcAft>
              <a:buClr>
                <a:schemeClr val="dk1"/>
              </a:buClr>
              <a:buSzPts val="2400"/>
              <a:buFont typeface="Consolas"/>
              <a:buNone/>
            </a:pPr>
            <a:r>
              <a:rPr b="0" i="0" lang="en-US" sz="2400" u="none" cap="none" strike="noStrike">
                <a:solidFill>
                  <a:schemeClr val="dk1"/>
                </a:solidFill>
                <a:latin typeface="Consolas"/>
                <a:ea typeface="Consolas"/>
                <a:cs typeface="Consolas"/>
                <a:sym typeface="Consolas"/>
              </a:rPr>
              <a:t>   guardar la raza actual</a:t>
            </a:r>
            <a:endParaRPr/>
          </a:p>
          <a:p>
            <a:pPr indent="6350" lvl="1" marL="360362" marR="0" rtl="0" algn="just">
              <a:lnSpc>
                <a:spcPct val="100000"/>
              </a:lnSpc>
              <a:spcBef>
                <a:spcPts val="0"/>
              </a:spcBef>
              <a:spcAft>
                <a:spcPts val="0"/>
              </a:spcAft>
              <a:buClr>
                <a:schemeClr val="dk1"/>
              </a:buClr>
              <a:buSzPts val="2400"/>
              <a:buFont typeface="Consolas"/>
              <a:buNone/>
            </a:pPr>
            <a:r>
              <a:rPr b="0" i="0" lang="en-US" sz="2400" u="none" cap="none" strike="noStrike">
                <a:solidFill>
                  <a:schemeClr val="dk1"/>
                </a:solidFill>
                <a:latin typeface="Consolas"/>
                <a:ea typeface="Consolas"/>
                <a:cs typeface="Consolas"/>
                <a:sym typeface="Consolas"/>
              </a:rPr>
              <a:t>   mientras (sea la misma raza) do</a:t>
            </a:r>
            <a:endParaRPr/>
          </a:p>
          <a:p>
            <a:pPr indent="6350" lvl="1" marL="360362" marR="0" rtl="0" algn="just">
              <a:lnSpc>
                <a:spcPct val="100000"/>
              </a:lnSpc>
              <a:spcBef>
                <a:spcPts val="0"/>
              </a:spcBef>
              <a:spcAft>
                <a:spcPts val="0"/>
              </a:spcAft>
              <a:buClr>
                <a:schemeClr val="dk1"/>
              </a:buClr>
              <a:buSzPts val="2400"/>
              <a:buFont typeface="Consolas"/>
              <a:buNone/>
            </a:pPr>
            <a:r>
              <a:rPr b="0" i="0" lang="en-US" sz="2400" u="none" cap="none" strike="noStrike">
                <a:solidFill>
                  <a:schemeClr val="dk1"/>
                </a:solidFill>
                <a:latin typeface="Consolas"/>
                <a:ea typeface="Consolas"/>
                <a:cs typeface="Consolas"/>
                <a:sym typeface="Consolas"/>
              </a:rPr>
              <a:t>     begin</a:t>
            </a:r>
            <a:endParaRPr/>
          </a:p>
          <a:p>
            <a:pPr indent="6350" lvl="1" marL="360362" marR="0" rtl="0" algn="just">
              <a:lnSpc>
                <a:spcPct val="100000"/>
              </a:lnSpc>
              <a:spcBef>
                <a:spcPts val="0"/>
              </a:spcBef>
              <a:spcAft>
                <a:spcPts val="0"/>
              </a:spcAft>
              <a:buClr>
                <a:schemeClr val="dk1"/>
              </a:buClr>
              <a:buSzPts val="2400"/>
              <a:buFont typeface="Consolas"/>
              <a:buNone/>
            </a:pPr>
            <a:r>
              <a:rPr b="0" i="0" lang="en-US" sz="2400" u="none" cap="none" strike="noStrike">
                <a:solidFill>
                  <a:schemeClr val="dk1"/>
                </a:solidFill>
                <a:latin typeface="Consolas"/>
                <a:ea typeface="Consolas"/>
                <a:cs typeface="Consolas"/>
                <a:sym typeface="Consolas"/>
              </a:rPr>
              <a:t>      contar perro</a:t>
            </a:r>
            <a:endParaRPr/>
          </a:p>
          <a:p>
            <a:pPr indent="6350" lvl="1" marL="360362" marR="0" rtl="0" algn="just">
              <a:lnSpc>
                <a:spcPct val="100000"/>
              </a:lnSpc>
              <a:spcBef>
                <a:spcPts val="0"/>
              </a:spcBef>
              <a:spcAft>
                <a:spcPts val="0"/>
              </a:spcAft>
              <a:buClr>
                <a:schemeClr val="dk1"/>
              </a:buClr>
              <a:buSzPts val="2400"/>
              <a:buFont typeface="Consolas"/>
              <a:buNone/>
            </a:pPr>
            <a:r>
              <a:rPr b="0" i="0" lang="en-US" sz="2400" u="none" cap="none" strike="noStrike">
                <a:solidFill>
                  <a:schemeClr val="dk1"/>
                </a:solidFill>
                <a:latin typeface="Consolas"/>
                <a:ea typeface="Consolas"/>
                <a:cs typeface="Consolas"/>
                <a:sym typeface="Consolas"/>
              </a:rPr>
              <a:t>      Leer registro (ani)</a:t>
            </a:r>
            <a:endParaRPr/>
          </a:p>
          <a:p>
            <a:pPr indent="6350" lvl="1" marL="360362" marR="0" rtl="0" algn="just">
              <a:lnSpc>
                <a:spcPct val="100000"/>
              </a:lnSpc>
              <a:spcBef>
                <a:spcPts val="0"/>
              </a:spcBef>
              <a:spcAft>
                <a:spcPts val="0"/>
              </a:spcAft>
              <a:buClr>
                <a:schemeClr val="dk1"/>
              </a:buClr>
              <a:buSzPts val="2400"/>
              <a:buFont typeface="Consolas"/>
              <a:buNone/>
            </a:pPr>
            <a:r>
              <a:rPr b="0" i="0" lang="en-US" sz="2400" u="none" cap="none" strike="noStrike">
                <a:solidFill>
                  <a:schemeClr val="dk1"/>
                </a:solidFill>
                <a:latin typeface="Consolas"/>
                <a:ea typeface="Consolas"/>
                <a:cs typeface="Consolas"/>
                <a:sym typeface="Consolas"/>
              </a:rPr>
              <a:t>     end;</a:t>
            </a:r>
            <a:endParaRPr/>
          </a:p>
          <a:p>
            <a:pPr indent="6350" lvl="1" marL="360362" marR="0" rtl="0" algn="just">
              <a:lnSpc>
                <a:spcPct val="100000"/>
              </a:lnSpc>
              <a:spcBef>
                <a:spcPts val="0"/>
              </a:spcBef>
              <a:spcAft>
                <a:spcPts val="0"/>
              </a:spcAft>
              <a:buClr>
                <a:schemeClr val="dk1"/>
              </a:buClr>
              <a:buSzPts val="2400"/>
              <a:buFont typeface="Consolas"/>
              <a:buNone/>
            </a:pPr>
            <a:r>
              <a:rPr b="0" i="0" lang="en-US" sz="2400" u="none" cap="none" strike="noStrike">
                <a:solidFill>
                  <a:schemeClr val="dk1"/>
                </a:solidFill>
                <a:latin typeface="Consolas"/>
                <a:ea typeface="Consolas"/>
                <a:cs typeface="Consolas"/>
                <a:sym typeface="Consolas"/>
              </a:rPr>
              <a:t>   Write (`La cantidad es`, cant);</a:t>
            </a:r>
            <a:endParaRPr/>
          </a:p>
          <a:p>
            <a:pPr indent="6350" lvl="1" marL="360362" marR="0" rtl="0" algn="just">
              <a:lnSpc>
                <a:spcPct val="100000"/>
              </a:lnSpc>
              <a:spcBef>
                <a:spcPts val="0"/>
              </a:spcBef>
              <a:spcAft>
                <a:spcPts val="0"/>
              </a:spcAft>
              <a:buClr>
                <a:schemeClr val="dk1"/>
              </a:buClr>
              <a:buSzPts val="2400"/>
              <a:buFont typeface="Consolas"/>
              <a:buNone/>
            </a:pPr>
            <a:r>
              <a:rPr b="0" i="0" lang="en-US" sz="2400" u="none" cap="none" strike="noStrike">
                <a:solidFill>
                  <a:schemeClr val="dk1"/>
                </a:solidFill>
                <a:latin typeface="Consolas"/>
                <a:ea typeface="Consolas"/>
                <a:cs typeface="Consolas"/>
                <a:sym typeface="Consolas"/>
              </a:rPr>
              <a:t> end;</a:t>
            </a:r>
            <a:endParaRPr/>
          </a:p>
        </p:txBody>
      </p:sp>
      <p:sp>
        <p:nvSpPr>
          <p:cNvPr id="234" name="Google Shape;234;p6"/>
          <p:cNvSpPr txBox="1"/>
          <p:nvPr/>
        </p:nvSpPr>
        <p:spPr>
          <a:xfrm rot="360000">
            <a:off x="8458200" y="3744912"/>
            <a:ext cx="3094037" cy="1016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0000"/>
              </a:buClr>
              <a:buSzPts val="3000"/>
              <a:buFont typeface="Calibri"/>
              <a:buNone/>
            </a:pPr>
            <a:r>
              <a:rPr b="1" i="0" lang="en-US" sz="3000" u="none">
                <a:solidFill>
                  <a:srgbClr val="FF0000"/>
                </a:solidFill>
                <a:latin typeface="Calibri"/>
                <a:ea typeface="Calibri"/>
                <a:cs typeface="Calibri"/>
                <a:sym typeface="Calibri"/>
              </a:rPr>
              <a:t>Cómo se que la raza es la misma?</a:t>
            </a:r>
            <a:endParaRPr/>
          </a:p>
        </p:txBody>
      </p:sp>
      <p:sp>
        <p:nvSpPr>
          <p:cNvPr id="235" name="Google Shape;235;p6"/>
          <p:cNvSpPr txBox="1"/>
          <p:nvPr/>
        </p:nvSpPr>
        <p:spPr>
          <a:xfrm>
            <a:off x="8154987" y="5337175"/>
            <a:ext cx="3671887" cy="1016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FFC000"/>
              </a:buClr>
              <a:buSzPts val="3000"/>
              <a:buFont typeface="Calibri"/>
              <a:buNone/>
            </a:pPr>
            <a:r>
              <a:rPr b="1" i="0" lang="en-US" sz="3000" u="none">
                <a:solidFill>
                  <a:srgbClr val="FFC000"/>
                </a:solidFill>
                <a:latin typeface="Calibri"/>
                <a:ea typeface="Calibri"/>
                <a:cs typeface="Calibri"/>
                <a:sym typeface="Calibri"/>
              </a:rPr>
              <a:t>Donde se inicializa el contador?</a:t>
            </a:r>
            <a:endParaRPr/>
          </a:p>
        </p:txBody>
      </p:sp>
      <p:sp>
        <p:nvSpPr>
          <p:cNvPr id="236" name="Google Shape;236;p6"/>
          <p:cNvSpPr txBox="1"/>
          <p:nvPr/>
        </p:nvSpPr>
        <p:spPr>
          <a:xfrm>
            <a:off x="7926387" y="1966912"/>
            <a:ext cx="3671887" cy="101600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B3838"/>
              </a:buClr>
              <a:buSzPts val="3000"/>
              <a:buFont typeface="Calibri"/>
              <a:buNone/>
            </a:pPr>
            <a:r>
              <a:rPr b="1" i="0" lang="en-US" sz="3000" u="none">
                <a:solidFill>
                  <a:srgbClr val="3B3838"/>
                </a:solidFill>
                <a:latin typeface="Calibri"/>
                <a:ea typeface="Calibri"/>
                <a:cs typeface="Calibri"/>
                <a:sym typeface="Calibri"/>
              </a:rPr>
              <a:t>Cuál es la estructura de datos?</a:t>
            </a:r>
            <a:endParaRPr/>
          </a:p>
        </p:txBody>
      </p:sp>
      <p:sp>
        <p:nvSpPr>
          <p:cNvPr id="237" name="Google Shape;237;p6"/>
          <p:cNvSpPr txBox="1"/>
          <p:nvPr/>
        </p:nvSpPr>
        <p:spPr>
          <a:xfrm>
            <a:off x="204787" y="130175"/>
            <a:ext cx="7272337" cy="6953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CADP – </a:t>
            </a:r>
            <a:r>
              <a:rPr b="1" i="0" lang="en-US" sz="4000" u="none">
                <a:solidFill>
                  <a:srgbClr val="7F7F7F"/>
                </a:solidFill>
                <a:latin typeface="Calibri"/>
                <a:ea typeface="Calibri"/>
                <a:cs typeface="Calibri"/>
                <a:sym typeface="Calibri"/>
              </a:rPr>
              <a:t>ESTRUCTURA DE DATOS</a:t>
            </a:r>
            <a:endParaRPr/>
          </a:p>
        </p:txBody>
      </p:sp>
      <p:sp>
        <p:nvSpPr>
          <p:cNvPr id="238" name="Google Shape;238;p6"/>
          <p:cNvSpPr txBox="1"/>
          <p:nvPr/>
        </p:nvSpPr>
        <p:spPr>
          <a:xfrm>
            <a:off x="8154987" y="120650"/>
            <a:ext cx="2713037" cy="6461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2E75B6"/>
              </a:buClr>
              <a:buSzPts val="3600"/>
              <a:buFont typeface="Calibri"/>
              <a:buNone/>
            </a:pPr>
            <a:r>
              <a:rPr b="1" i="0" lang="en-US" sz="3600" u="none">
                <a:solidFill>
                  <a:srgbClr val="2E75B6"/>
                </a:solidFill>
                <a:latin typeface="Calibri"/>
                <a:ea typeface="Calibri"/>
                <a:cs typeface="Calibri"/>
                <a:sym typeface="Calibri"/>
              </a:rPr>
              <a:t>REGISTRO</a:t>
            </a:r>
            <a:endParaRPr/>
          </a:p>
        </p:txBody>
      </p:sp>
      <p:sp>
        <p:nvSpPr>
          <p:cNvPr id="239" name="Google Shape;239;p6"/>
          <p:cNvSpPr txBox="1"/>
          <p:nvPr/>
        </p:nvSpPr>
        <p:spPr>
          <a:xfrm>
            <a:off x="28575" y="6430962"/>
            <a:ext cx="2133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rPr b="0" i="0" lang="en-US" sz="1200" u="none">
                <a:solidFill>
                  <a:srgbClr val="595959"/>
                </a:solidFill>
                <a:latin typeface="Tahoma"/>
                <a:ea typeface="Tahoma"/>
                <a:cs typeface="Tahoma"/>
                <a:sym typeface="Tahoma"/>
              </a:rPr>
              <a:t>Clase 5-4</a:t>
            </a:r>
            <a:endParaRPr/>
          </a:p>
        </p:txBody>
      </p:sp>
      <p:sp>
        <p:nvSpPr>
          <p:cNvPr id="240" name="Google Shape;240;p6"/>
          <p:cNvSpPr txBox="1"/>
          <p:nvPr/>
        </p:nvSpPr>
        <p:spPr>
          <a:xfrm>
            <a:off x="1200150" y="1009650"/>
            <a:ext cx="10225087" cy="646112"/>
          </a:xfrm>
          <a:prstGeom prst="rect">
            <a:avLst/>
          </a:prstGeom>
          <a:noFill/>
          <a:ln>
            <a:noFill/>
          </a:ln>
        </p:spPr>
        <p:txBody>
          <a:bodyPr anchorCtr="0" anchor="t" bIns="45700" lIns="91425" spcFirstLastPara="1" rIns="91425" wrap="square" tIns="45700">
            <a:spAutoFit/>
          </a:bodyPr>
          <a:lstStyle/>
          <a:p>
            <a:pPr indent="6350" lvl="1" marL="360362" marR="0" rtl="0" algn="just">
              <a:lnSpc>
                <a:spcPct val="100000"/>
              </a:lnSpc>
              <a:spcBef>
                <a:spcPts val="0"/>
              </a:spcBef>
              <a:spcAft>
                <a:spcPts val="0"/>
              </a:spcAft>
              <a:buClr>
                <a:schemeClr val="dk1"/>
              </a:buClr>
              <a:buSzPts val="1800"/>
              <a:buFont typeface="Consolas"/>
              <a:buNone/>
            </a:pPr>
            <a:r>
              <a:rPr b="0" i="0" lang="en-US" sz="1800" u="none" cap="none" strike="noStrike">
                <a:solidFill>
                  <a:schemeClr val="dk1"/>
                </a:solidFill>
                <a:latin typeface="Consolas"/>
                <a:ea typeface="Consolas"/>
                <a:cs typeface="Consolas"/>
                <a:sym typeface="Consolas"/>
              </a:rPr>
              <a:t>Se pide realizar un programa que lea perros hasta leer uno de raza `XXX` y al final informe la cantidad de perros de cada raza.</a:t>
            </a:r>
            <a:endParaRPr/>
          </a:p>
        </p:txBody>
      </p:sp>
    </p:spTree>
  </p:cSld>
  <p:clrMapOvr>
    <a:masterClrMapping/>
  </p:clrMapOvr>
  <p:transition>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3"/>
                                        </p:tgtEl>
                                        <p:attrNameLst>
                                          <p:attrName>style.visibility</p:attrName>
                                        </p:attrNameLst>
                                      </p:cBhvr>
                                      <p:to>
                                        <p:strVal val="visible"/>
                                      </p:to>
                                    </p:set>
                                    <p:animEffect filter="fade" transition="in">
                                      <p:cBhvr>
                                        <p:cTn dur="2250"/>
                                        <p:tgtEl>
                                          <p:spTgt spid="23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34"/>
                                        </p:tgtEl>
                                        <p:attrNameLst>
                                          <p:attrName>style.visibility</p:attrName>
                                        </p:attrNameLst>
                                      </p:cBhvr>
                                      <p:to>
                                        <p:strVal val="visible"/>
                                      </p:to>
                                    </p:set>
                                    <p:animEffect filter="fade" transition="in">
                                      <p:cBhvr>
                                        <p:cTn dur="2000"/>
                                        <p:tgtEl>
                                          <p:spTgt spid="234"/>
                                        </p:tgtEl>
                                      </p:cBhvr>
                                    </p:animEffect>
                                  </p:childTnLst>
                                </p:cTn>
                              </p:par>
                              <p:par>
                                <p:cTn fill="hold" nodeType="withEffect" presetClass="entr" presetID="10" presetSubtype="0">
                                  <p:stCondLst>
                                    <p:cond delay="0"/>
                                  </p:stCondLst>
                                  <p:childTnLst>
                                    <p:set>
                                      <p:cBhvr>
                                        <p:cTn dur="1" fill="hold">
                                          <p:stCondLst>
                                            <p:cond delay="0"/>
                                          </p:stCondLst>
                                        </p:cTn>
                                        <p:tgtEl>
                                          <p:spTgt spid="235"/>
                                        </p:tgtEl>
                                        <p:attrNameLst>
                                          <p:attrName>style.visibility</p:attrName>
                                        </p:attrNameLst>
                                      </p:cBhvr>
                                      <p:to>
                                        <p:strVal val="visible"/>
                                      </p:to>
                                    </p:set>
                                    <p:animEffect filter="fade" transition="in">
                                      <p:cBhvr>
                                        <p:cTn dur="2000"/>
                                        <p:tgtEl>
                                          <p:spTgt spid="235"/>
                                        </p:tgtEl>
                                      </p:cBhvr>
                                    </p:animEffect>
                                  </p:childTnLst>
                                </p:cTn>
                              </p:par>
                              <p:par>
                                <p:cTn fill="hold" nodeType="withEffect" presetClass="entr" presetID="10" presetSubtype="0">
                                  <p:stCondLst>
                                    <p:cond delay="0"/>
                                  </p:stCondLst>
                                  <p:childTnLst>
                                    <p:set>
                                      <p:cBhvr>
                                        <p:cTn dur="1" fill="hold">
                                          <p:stCondLst>
                                            <p:cond delay="0"/>
                                          </p:stCondLst>
                                        </p:cTn>
                                        <p:tgtEl>
                                          <p:spTgt spid="236"/>
                                        </p:tgtEl>
                                        <p:attrNameLst>
                                          <p:attrName>style.visibility</p:attrName>
                                        </p:attrNameLst>
                                      </p:cBhvr>
                                      <p:to>
                                        <p:strVal val="visible"/>
                                      </p:to>
                                    </p:set>
                                    <p:animEffect filter="fade" transition="in">
                                      <p:cBhvr>
                                        <p:cTn dur="2000"/>
                                        <p:tgtEl>
                                          <p:spTgt spid="23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descr="Diagrama&#10;&#10;Descripción generada automáticamente con confianza baja" id="245" name="Google Shape;245;p7"/>
          <p:cNvPicPr preferRelativeResize="0"/>
          <p:nvPr/>
        </p:nvPicPr>
        <p:blipFill rotWithShape="1">
          <a:blip r:embed="rId3">
            <a:alphaModFix/>
          </a:blip>
          <a:srcRect b="0" l="0" r="0" t="0"/>
          <a:stretch/>
        </p:blipFill>
        <p:spPr>
          <a:xfrm>
            <a:off x="11209337" y="153987"/>
            <a:ext cx="777875" cy="782637"/>
          </a:xfrm>
          <a:prstGeom prst="rect">
            <a:avLst/>
          </a:prstGeom>
          <a:noFill/>
          <a:ln>
            <a:noFill/>
          </a:ln>
        </p:spPr>
      </p:pic>
      <p:sp>
        <p:nvSpPr>
          <p:cNvPr id="246" name="Google Shape;246;p7"/>
          <p:cNvSpPr txBox="1"/>
          <p:nvPr/>
        </p:nvSpPr>
        <p:spPr>
          <a:xfrm>
            <a:off x="407987" y="842962"/>
            <a:ext cx="5121275" cy="4708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Program uno;</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Type</a:t>
            </a:r>
            <a:endParaRPr/>
          </a:p>
          <a:p>
            <a:pPr indent="0" lvl="0" marL="0" marR="0" rtl="0" algn="l">
              <a:lnSpc>
                <a:spcPct val="100000"/>
              </a:lnSpc>
              <a:spcBef>
                <a:spcPts val="0"/>
              </a:spcBef>
              <a:spcAft>
                <a:spcPts val="0"/>
              </a:spcAft>
              <a:buClr>
                <a:schemeClr val="dk1"/>
              </a:buClr>
              <a:buSzPts val="2000"/>
              <a:buFont typeface="Tahoma"/>
              <a:buNone/>
            </a:pPr>
            <a:r>
              <a:t/>
            </a:r>
            <a:endParaRPr b="0" i="0" sz="20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perro = record</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raza: string;</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nombre: string;   </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edad: integer;</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end;</a:t>
            </a:r>
            <a:endParaRPr/>
          </a:p>
          <a:p>
            <a:pPr indent="0" lvl="0" marL="0" marR="0" rtl="0" algn="l">
              <a:lnSpc>
                <a:spcPct val="100000"/>
              </a:lnSpc>
              <a:spcBef>
                <a:spcPts val="0"/>
              </a:spcBef>
              <a:spcAft>
                <a:spcPts val="0"/>
              </a:spcAft>
              <a:buClr>
                <a:schemeClr val="dk1"/>
              </a:buClr>
              <a:buSzPts val="2000"/>
              <a:buFont typeface="Tahoma"/>
              <a:buNone/>
            </a:pPr>
            <a:r>
              <a:t/>
            </a:r>
            <a:endParaRPr b="0" i="0" sz="20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módulos</a:t>
            </a:r>
            <a:endParaRPr/>
          </a:p>
          <a:p>
            <a:pPr indent="0" lvl="0" marL="0" marR="0" rtl="0" algn="l">
              <a:lnSpc>
                <a:spcPct val="100000"/>
              </a:lnSpc>
              <a:spcBef>
                <a:spcPts val="0"/>
              </a:spcBef>
              <a:spcAft>
                <a:spcPts val="0"/>
              </a:spcAft>
              <a:buClr>
                <a:schemeClr val="dk1"/>
              </a:buClr>
              <a:buSzPts val="2000"/>
              <a:buFont typeface="Tahoma"/>
              <a:buNone/>
            </a:pPr>
            <a:r>
              <a:t/>
            </a:r>
            <a:endParaRPr b="0" i="0" sz="20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Var</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ani: perro;</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cant: integer;</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actual:string;</a:t>
            </a:r>
            <a:endParaRPr/>
          </a:p>
        </p:txBody>
      </p:sp>
      <p:sp>
        <p:nvSpPr>
          <p:cNvPr id="247" name="Google Shape;247;p7"/>
          <p:cNvSpPr txBox="1"/>
          <p:nvPr/>
        </p:nvSpPr>
        <p:spPr>
          <a:xfrm>
            <a:off x="3790950" y="1398587"/>
            <a:ext cx="8372475" cy="55864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100"/>
              <a:buFont typeface="Consolas"/>
              <a:buNone/>
            </a:pPr>
            <a:r>
              <a:rPr b="1" i="0" lang="en-US" sz="2100" u="none">
                <a:solidFill>
                  <a:schemeClr val="dk1"/>
                </a:solidFill>
                <a:latin typeface="Consolas"/>
                <a:ea typeface="Consolas"/>
                <a:cs typeface="Consolas"/>
                <a:sym typeface="Consolas"/>
              </a:rPr>
              <a:t>Begin</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leer (ani);</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while (ani.raza &lt;&gt; ´XXX´) do</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begin</a:t>
            </a:r>
            <a:endParaRPr/>
          </a:p>
          <a:p>
            <a:pPr indent="0" lvl="0" marL="0" marR="0" rtl="0" algn="l">
              <a:lnSpc>
                <a:spcPct val="100000"/>
              </a:lnSpc>
              <a:spcBef>
                <a:spcPts val="0"/>
              </a:spcBef>
              <a:spcAft>
                <a:spcPts val="0"/>
              </a:spcAft>
              <a:buClr>
                <a:schemeClr val="dk1"/>
              </a:buClr>
              <a:buSzPts val="2100"/>
              <a:buFont typeface="Tahoma"/>
              <a:buNone/>
            </a:pPr>
            <a:r>
              <a:t/>
            </a:r>
            <a:endParaRPr b="0" i="0" sz="21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100"/>
              <a:buFont typeface="Tahoma"/>
              <a:buNone/>
            </a:pPr>
            <a:r>
              <a:t/>
            </a:r>
            <a:endParaRPr b="0" i="0" sz="21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while ((ani.raza &lt;&gt; ´XXX´)and(ani.raza = actual)) do</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begin</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cant:= cant + 1;</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leer (ani);</a:t>
            </a:r>
            <a:endParaRPr b="1" i="0" sz="21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end;</a:t>
            </a:r>
            <a:endParaRPr/>
          </a:p>
          <a:p>
            <a:pPr indent="0" lvl="0" marL="0" marR="0" rtl="0" algn="l">
              <a:lnSpc>
                <a:spcPct val="100000"/>
              </a:lnSpc>
              <a:spcBef>
                <a:spcPts val="0"/>
              </a:spcBef>
              <a:spcAft>
                <a:spcPts val="0"/>
              </a:spcAft>
              <a:buClr>
                <a:schemeClr val="dk1"/>
              </a:buClr>
              <a:buSzPts val="2100"/>
              <a:buFont typeface="Tahoma"/>
              <a:buNone/>
            </a:pPr>
            <a:r>
              <a:t/>
            </a:r>
            <a:endParaRPr b="0" i="0" sz="21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write (`La cantidad de la raza`,</a:t>
            </a:r>
            <a:r>
              <a:rPr b="1" i="0" lang="en-US" sz="2100" u="none">
                <a:solidFill>
                  <a:schemeClr val="accent2"/>
                </a:solidFill>
                <a:latin typeface="Consolas"/>
                <a:ea typeface="Consolas"/>
                <a:cs typeface="Consolas"/>
                <a:sym typeface="Consolas"/>
              </a:rPr>
              <a:t>actual</a:t>
            </a:r>
            <a:r>
              <a:rPr b="0" i="0" lang="en-US" sz="2100" u="none">
                <a:solidFill>
                  <a:schemeClr val="dk1"/>
                </a:solidFill>
                <a:latin typeface="Consolas"/>
                <a:ea typeface="Consolas"/>
                <a:cs typeface="Consolas"/>
                <a:sym typeface="Consolas"/>
              </a:rPr>
              <a:t>, ´es´, cant);</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end;</a:t>
            </a:r>
            <a:endParaRPr/>
          </a:p>
          <a:p>
            <a:pPr indent="0" lvl="0" marL="0" marR="0" rtl="0" algn="l">
              <a:lnSpc>
                <a:spcPct val="100000"/>
              </a:lnSpc>
              <a:spcBef>
                <a:spcPts val="0"/>
              </a:spcBef>
              <a:spcAft>
                <a:spcPts val="0"/>
              </a:spcAft>
              <a:buClr>
                <a:schemeClr val="dk1"/>
              </a:buClr>
              <a:buSzPts val="2100"/>
              <a:buFont typeface="Consolas"/>
              <a:buNone/>
            </a:pPr>
            <a:r>
              <a:rPr b="1" i="0" lang="en-US" sz="2100" u="none">
                <a:solidFill>
                  <a:schemeClr val="dk1"/>
                </a:solidFill>
                <a:latin typeface="Consolas"/>
                <a:ea typeface="Consolas"/>
                <a:cs typeface="Consolas"/>
                <a:sym typeface="Consolas"/>
              </a:rPr>
              <a:t>End</a:t>
            </a:r>
            <a:r>
              <a:rPr b="0" i="0" lang="en-US" sz="2100" u="none">
                <a:solidFill>
                  <a:schemeClr val="dk1"/>
                </a:solidFill>
                <a:latin typeface="Consolas"/>
                <a:ea typeface="Consolas"/>
                <a:cs typeface="Consolas"/>
                <a:sym typeface="Consolas"/>
              </a:rPr>
              <a:t>. </a:t>
            </a:r>
            <a:endParaRPr/>
          </a:p>
        </p:txBody>
      </p:sp>
      <p:sp>
        <p:nvSpPr>
          <p:cNvPr id="248" name="Google Shape;248;p7"/>
          <p:cNvSpPr/>
          <p:nvPr/>
        </p:nvSpPr>
        <p:spPr>
          <a:xfrm>
            <a:off x="1647825" y="739775"/>
            <a:ext cx="3094037" cy="5653087"/>
          </a:xfrm>
          <a:custGeom>
            <a:rect b="b" l="l" r="r" t="t"/>
            <a:pathLst>
              <a:path extrusionOk="0" h="5652655" w="3094318">
                <a:moveTo>
                  <a:pt x="0" y="5527964"/>
                </a:moveTo>
                <a:lnTo>
                  <a:pt x="124691" y="5569528"/>
                </a:lnTo>
                <a:cubicBezTo>
                  <a:pt x="138546" y="5574146"/>
                  <a:pt x="152087" y="5579840"/>
                  <a:pt x="166255" y="5583382"/>
                </a:cubicBezTo>
                <a:cubicBezTo>
                  <a:pt x="184728" y="5588000"/>
                  <a:pt x="203364" y="5592006"/>
                  <a:pt x="221673" y="5597237"/>
                </a:cubicBezTo>
                <a:cubicBezTo>
                  <a:pt x="235715" y="5601249"/>
                  <a:pt x="248981" y="5607923"/>
                  <a:pt x="263237" y="5611091"/>
                </a:cubicBezTo>
                <a:cubicBezTo>
                  <a:pt x="373136" y="5635513"/>
                  <a:pt x="505671" y="5635602"/>
                  <a:pt x="609600" y="5638800"/>
                </a:cubicBezTo>
                <a:lnTo>
                  <a:pt x="1246909" y="5652655"/>
                </a:lnTo>
                <a:cubicBezTo>
                  <a:pt x="1348509" y="5648037"/>
                  <a:pt x="1450282" y="5646313"/>
                  <a:pt x="1551709" y="5638800"/>
                </a:cubicBezTo>
                <a:cubicBezTo>
                  <a:pt x="1576711" y="5636948"/>
                  <a:pt x="1649032" y="5617933"/>
                  <a:pt x="1676400" y="5611091"/>
                </a:cubicBezTo>
                <a:cubicBezTo>
                  <a:pt x="1767174" y="5520319"/>
                  <a:pt x="1663961" y="5614767"/>
                  <a:pt x="1773382" y="5541819"/>
                </a:cubicBezTo>
                <a:cubicBezTo>
                  <a:pt x="1794440" y="5527780"/>
                  <a:pt x="1855321" y="5446025"/>
                  <a:pt x="1856509" y="5444837"/>
                </a:cubicBezTo>
                <a:cubicBezTo>
                  <a:pt x="1868283" y="5433063"/>
                  <a:pt x="1884218" y="5426364"/>
                  <a:pt x="1898073" y="5417128"/>
                </a:cubicBezTo>
                <a:cubicBezTo>
                  <a:pt x="1911928" y="5398655"/>
                  <a:pt x="1927399" y="5381290"/>
                  <a:pt x="1939637" y="5361709"/>
                </a:cubicBezTo>
                <a:cubicBezTo>
                  <a:pt x="1950583" y="5344195"/>
                  <a:pt x="1955342" y="5323097"/>
                  <a:pt x="1967346" y="5306291"/>
                </a:cubicBezTo>
                <a:cubicBezTo>
                  <a:pt x="1978734" y="5290348"/>
                  <a:pt x="1995055" y="5278582"/>
                  <a:pt x="2008909" y="5264728"/>
                </a:cubicBezTo>
                <a:cubicBezTo>
                  <a:pt x="2013527" y="5241637"/>
                  <a:pt x="2015317" y="5217795"/>
                  <a:pt x="2022764" y="5195455"/>
                </a:cubicBezTo>
                <a:cubicBezTo>
                  <a:pt x="2063833" y="5072248"/>
                  <a:pt x="2057465" y="5087984"/>
                  <a:pt x="2105891" y="5015346"/>
                </a:cubicBezTo>
                <a:cubicBezTo>
                  <a:pt x="2091029" y="4851856"/>
                  <a:pt x="2102588" y="4892396"/>
                  <a:pt x="2064327" y="4752109"/>
                </a:cubicBezTo>
                <a:cubicBezTo>
                  <a:pt x="2060484" y="4738020"/>
                  <a:pt x="2058961" y="4722430"/>
                  <a:pt x="2050473" y="4710546"/>
                </a:cubicBezTo>
                <a:cubicBezTo>
                  <a:pt x="2035289" y="4689288"/>
                  <a:pt x="2013528" y="4673601"/>
                  <a:pt x="1995055" y="4655128"/>
                </a:cubicBezTo>
                <a:cubicBezTo>
                  <a:pt x="1945000" y="4479936"/>
                  <a:pt x="1999067" y="4631871"/>
                  <a:pt x="1911927" y="4475019"/>
                </a:cubicBezTo>
                <a:cubicBezTo>
                  <a:pt x="1904835" y="4462253"/>
                  <a:pt x="1903826" y="4446878"/>
                  <a:pt x="1898073" y="4433455"/>
                </a:cubicBezTo>
                <a:cubicBezTo>
                  <a:pt x="1889937" y="4414472"/>
                  <a:pt x="1880611" y="4395969"/>
                  <a:pt x="1870364" y="4378037"/>
                </a:cubicBezTo>
                <a:cubicBezTo>
                  <a:pt x="1862103" y="4363580"/>
                  <a:pt x="1851480" y="4350593"/>
                  <a:pt x="1842655" y="4336473"/>
                </a:cubicBezTo>
                <a:cubicBezTo>
                  <a:pt x="1828383" y="4313638"/>
                  <a:pt x="1816028" y="4289606"/>
                  <a:pt x="1801091" y="4267200"/>
                </a:cubicBezTo>
                <a:cubicBezTo>
                  <a:pt x="1788282" y="4247987"/>
                  <a:pt x="1770741" y="4231967"/>
                  <a:pt x="1759527" y="4211782"/>
                </a:cubicBezTo>
                <a:cubicBezTo>
                  <a:pt x="1646551" y="4008426"/>
                  <a:pt x="1798561" y="4242623"/>
                  <a:pt x="1704109" y="4100946"/>
                </a:cubicBezTo>
                <a:lnTo>
                  <a:pt x="1662546" y="3976255"/>
                </a:lnTo>
                <a:cubicBezTo>
                  <a:pt x="1653310" y="3948546"/>
                  <a:pt x="1651039" y="3917430"/>
                  <a:pt x="1634837" y="3893128"/>
                </a:cubicBezTo>
                <a:lnTo>
                  <a:pt x="1607127" y="3851564"/>
                </a:lnTo>
                <a:lnTo>
                  <a:pt x="1565564" y="3726873"/>
                </a:lnTo>
                <a:lnTo>
                  <a:pt x="1551709" y="3685309"/>
                </a:lnTo>
                <a:cubicBezTo>
                  <a:pt x="1547091" y="3671455"/>
                  <a:pt x="1544386" y="3656808"/>
                  <a:pt x="1537855" y="3643746"/>
                </a:cubicBezTo>
                <a:lnTo>
                  <a:pt x="1482437" y="3532909"/>
                </a:lnTo>
                <a:cubicBezTo>
                  <a:pt x="1477819" y="3482109"/>
                  <a:pt x="1474909" y="3431125"/>
                  <a:pt x="1468582" y="3380509"/>
                </a:cubicBezTo>
                <a:cubicBezTo>
                  <a:pt x="1465661" y="3357143"/>
                  <a:pt x="1458308" y="3334511"/>
                  <a:pt x="1454727" y="3311237"/>
                </a:cubicBezTo>
                <a:cubicBezTo>
                  <a:pt x="1449065" y="3274437"/>
                  <a:pt x="1444578" y="3237448"/>
                  <a:pt x="1440873" y="3200400"/>
                </a:cubicBezTo>
                <a:cubicBezTo>
                  <a:pt x="1435340" y="3145066"/>
                  <a:pt x="1431636" y="3089564"/>
                  <a:pt x="1427018" y="3034146"/>
                </a:cubicBezTo>
                <a:cubicBezTo>
                  <a:pt x="1431636" y="2904837"/>
                  <a:pt x="1432543" y="2775342"/>
                  <a:pt x="1440873" y="2646219"/>
                </a:cubicBezTo>
                <a:cubicBezTo>
                  <a:pt x="1441813" y="2631645"/>
                  <a:pt x="1452326" y="2619060"/>
                  <a:pt x="1454727" y="2604655"/>
                </a:cubicBezTo>
                <a:cubicBezTo>
                  <a:pt x="1478977" y="2459157"/>
                  <a:pt x="1456808" y="2516437"/>
                  <a:pt x="1482437" y="2396837"/>
                </a:cubicBezTo>
                <a:cubicBezTo>
                  <a:pt x="1490416" y="2359600"/>
                  <a:pt x="1504760" y="2323700"/>
                  <a:pt x="1510146" y="2286000"/>
                </a:cubicBezTo>
                <a:cubicBezTo>
                  <a:pt x="1516802" y="2239404"/>
                  <a:pt x="1528241" y="2153963"/>
                  <a:pt x="1537855" y="2105891"/>
                </a:cubicBezTo>
                <a:cubicBezTo>
                  <a:pt x="1541589" y="2087220"/>
                  <a:pt x="1547091" y="2068946"/>
                  <a:pt x="1551709" y="2050473"/>
                </a:cubicBezTo>
                <a:cubicBezTo>
                  <a:pt x="1556327" y="2004291"/>
                  <a:pt x="1559807" y="1957982"/>
                  <a:pt x="1565564" y="1911928"/>
                </a:cubicBezTo>
                <a:cubicBezTo>
                  <a:pt x="1569048" y="1884053"/>
                  <a:pt x="1576136" y="1856699"/>
                  <a:pt x="1579418" y="1828800"/>
                </a:cubicBezTo>
                <a:cubicBezTo>
                  <a:pt x="1585251" y="1779217"/>
                  <a:pt x="1593087" y="1640257"/>
                  <a:pt x="1607127" y="1579419"/>
                </a:cubicBezTo>
                <a:cubicBezTo>
                  <a:pt x="1613695" y="1550959"/>
                  <a:pt x="1625600" y="1524000"/>
                  <a:pt x="1634837" y="1496291"/>
                </a:cubicBezTo>
                <a:cubicBezTo>
                  <a:pt x="1639455" y="1427018"/>
                  <a:pt x="1641423" y="1357518"/>
                  <a:pt x="1648691" y="1288473"/>
                </a:cubicBezTo>
                <a:cubicBezTo>
                  <a:pt x="1650684" y="1269536"/>
                  <a:pt x="1659140" y="1251789"/>
                  <a:pt x="1662546" y="1233055"/>
                </a:cubicBezTo>
                <a:cubicBezTo>
                  <a:pt x="1668388" y="1200926"/>
                  <a:pt x="1671782" y="1168400"/>
                  <a:pt x="1676400" y="1136073"/>
                </a:cubicBezTo>
                <a:cubicBezTo>
                  <a:pt x="1681018" y="1002146"/>
                  <a:pt x="1683212" y="868113"/>
                  <a:pt x="1690255" y="734291"/>
                </a:cubicBezTo>
                <a:cubicBezTo>
                  <a:pt x="1692453" y="692529"/>
                  <a:pt x="1699731" y="651190"/>
                  <a:pt x="1704109" y="609600"/>
                </a:cubicBezTo>
                <a:cubicBezTo>
                  <a:pt x="1708968" y="563443"/>
                  <a:pt x="1711400" y="517001"/>
                  <a:pt x="1717964" y="471055"/>
                </a:cubicBezTo>
                <a:cubicBezTo>
                  <a:pt x="1720657" y="452205"/>
                  <a:pt x="1728084" y="434308"/>
                  <a:pt x="1731818" y="415637"/>
                </a:cubicBezTo>
                <a:cubicBezTo>
                  <a:pt x="1737327" y="388091"/>
                  <a:pt x="1737601" y="359416"/>
                  <a:pt x="1745673" y="332509"/>
                </a:cubicBezTo>
                <a:cubicBezTo>
                  <a:pt x="1751608" y="312727"/>
                  <a:pt x="1763135" y="295023"/>
                  <a:pt x="1773382" y="277091"/>
                </a:cubicBezTo>
                <a:cubicBezTo>
                  <a:pt x="1806345" y="219407"/>
                  <a:pt x="1828110" y="208508"/>
                  <a:pt x="1884218" y="152400"/>
                </a:cubicBezTo>
                <a:cubicBezTo>
                  <a:pt x="1898073" y="138545"/>
                  <a:pt x="1907194" y="117033"/>
                  <a:pt x="1925782" y="110837"/>
                </a:cubicBezTo>
                <a:cubicBezTo>
                  <a:pt x="1939637" y="106219"/>
                  <a:pt x="1953923" y="102735"/>
                  <a:pt x="1967346" y="96982"/>
                </a:cubicBezTo>
                <a:cubicBezTo>
                  <a:pt x="1986329" y="88846"/>
                  <a:pt x="2003171" y="75804"/>
                  <a:pt x="2022764" y="69273"/>
                </a:cubicBezTo>
                <a:cubicBezTo>
                  <a:pt x="2045104" y="61826"/>
                  <a:pt x="2069319" y="61615"/>
                  <a:pt x="2092037" y="55419"/>
                </a:cubicBezTo>
                <a:cubicBezTo>
                  <a:pt x="2120216" y="47734"/>
                  <a:pt x="2146704" y="34277"/>
                  <a:pt x="2175164" y="27709"/>
                </a:cubicBezTo>
                <a:cubicBezTo>
                  <a:pt x="2247395" y="11040"/>
                  <a:pt x="2416071" y="3574"/>
                  <a:pt x="2466109" y="0"/>
                </a:cubicBezTo>
                <a:lnTo>
                  <a:pt x="2701637" y="27709"/>
                </a:lnTo>
                <a:cubicBezTo>
                  <a:pt x="2740330" y="32985"/>
                  <a:pt x="2787889" y="45809"/>
                  <a:pt x="2826327" y="55419"/>
                </a:cubicBezTo>
                <a:cubicBezTo>
                  <a:pt x="2840182" y="64655"/>
                  <a:pt x="2853273" y="75155"/>
                  <a:pt x="2867891" y="83128"/>
                </a:cubicBezTo>
                <a:cubicBezTo>
                  <a:pt x="2904154" y="102907"/>
                  <a:pt x="2949519" y="109339"/>
                  <a:pt x="2978727" y="138546"/>
                </a:cubicBezTo>
                <a:cubicBezTo>
                  <a:pt x="3027347" y="187164"/>
                  <a:pt x="2998277" y="156055"/>
                  <a:pt x="3061855" y="235528"/>
                </a:cubicBezTo>
                <a:cubicBezTo>
                  <a:pt x="3066473" y="249382"/>
                  <a:pt x="3072167" y="262923"/>
                  <a:pt x="3075709" y="277091"/>
                </a:cubicBezTo>
                <a:cubicBezTo>
                  <a:pt x="3106773" y="401346"/>
                  <a:pt x="3089564" y="438548"/>
                  <a:pt x="3089564" y="609600"/>
                </a:cubicBezTo>
              </a:path>
            </a:pathLst>
          </a:custGeom>
          <a:noFill/>
          <a:ln cap="flat" cmpd="sng" w="38100">
            <a:solidFill>
              <a:srgbClr val="41719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ahoma"/>
              <a:ea typeface="Tahoma"/>
              <a:cs typeface="Tahoma"/>
              <a:sym typeface="Tahoma"/>
            </a:endParaRPr>
          </a:p>
        </p:txBody>
      </p:sp>
      <p:sp>
        <p:nvSpPr>
          <p:cNvPr id="249" name="Google Shape;249;p7"/>
          <p:cNvSpPr txBox="1"/>
          <p:nvPr/>
        </p:nvSpPr>
        <p:spPr>
          <a:xfrm>
            <a:off x="204787" y="130175"/>
            <a:ext cx="7272337" cy="6953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CADP – </a:t>
            </a:r>
            <a:r>
              <a:rPr b="1" i="0" lang="en-US" sz="4000" u="none">
                <a:solidFill>
                  <a:srgbClr val="7F7F7F"/>
                </a:solidFill>
                <a:latin typeface="Calibri"/>
                <a:ea typeface="Calibri"/>
                <a:cs typeface="Calibri"/>
                <a:sym typeface="Calibri"/>
              </a:rPr>
              <a:t>ESTRUCTURA DE DATOS</a:t>
            </a:r>
            <a:endParaRPr/>
          </a:p>
        </p:txBody>
      </p:sp>
      <p:sp>
        <p:nvSpPr>
          <p:cNvPr id="250" name="Google Shape;250;p7"/>
          <p:cNvSpPr txBox="1"/>
          <p:nvPr/>
        </p:nvSpPr>
        <p:spPr>
          <a:xfrm>
            <a:off x="8154987" y="120650"/>
            <a:ext cx="2713037" cy="6461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2E75B6"/>
              </a:buClr>
              <a:buSzPts val="3600"/>
              <a:buFont typeface="Calibri"/>
              <a:buNone/>
            </a:pPr>
            <a:r>
              <a:rPr b="1" i="0" lang="en-US" sz="3600" u="none">
                <a:solidFill>
                  <a:srgbClr val="2E75B6"/>
                </a:solidFill>
                <a:latin typeface="Calibri"/>
                <a:ea typeface="Calibri"/>
                <a:cs typeface="Calibri"/>
                <a:sym typeface="Calibri"/>
              </a:rPr>
              <a:t>REGISTRO</a:t>
            </a:r>
            <a:endParaRPr/>
          </a:p>
        </p:txBody>
      </p:sp>
      <p:sp>
        <p:nvSpPr>
          <p:cNvPr id="251" name="Google Shape;251;p7"/>
          <p:cNvSpPr txBox="1"/>
          <p:nvPr/>
        </p:nvSpPr>
        <p:spPr>
          <a:xfrm>
            <a:off x="28575" y="6430962"/>
            <a:ext cx="2133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rPr b="0" i="0" lang="en-US" sz="1200" u="none">
                <a:solidFill>
                  <a:srgbClr val="595959"/>
                </a:solidFill>
                <a:latin typeface="Tahoma"/>
                <a:ea typeface="Tahoma"/>
                <a:cs typeface="Tahoma"/>
                <a:sym typeface="Tahoma"/>
              </a:rPr>
              <a:t>Clase 5-4</a:t>
            </a:r>
            <a:endParaRPr/>
          </a:p>
        </p:txBody>
      </p:sp>
      <p:sp>
        <p:nvSpPr>
          <p:cNvPr id="252" name="Google Shape;252;p7"/>
          <p:cNvSpPr txBox="1"/>
          <p:nvPr/>
        </p:nvSpPr>
        <p:spPr>
          <a:xfrm>
            <a:off x="4800600" y="908050"/>
            <a:ext cx="2649537"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B3838"/>
              </a:buClr>
              <a:buSzPts val="2200"/>
              <a:buFont typeface="Calibri"/>
              <a:buNone/>
            </a:pPr>
            <a:r>
              <a:rPr b="1" i="0" lang="en-US" sz="2200" u="none">
                <a:solidFill>
                  <a:srgbClr val="3B3838"/>
                </a:solidFill>
                <a:latin typeface="Calibri"/>
                <a:ea typeface="Calibri"/>
                <a:cs typeface="Calibri"/>
                <a:sym typeface="Calibri"/>
              </a:rPr>
              <a:t>Dónde inicializo cant?</a:t>
            </a:r>
            <a:endParaRPr/>
          </a:p>
        </p:txBody>
      </p:sp>
      <p:sp>
        <p:nvSpPr>
          <p:cNvPr id="253" name="Google Shape;253;p7"/>
          <p:cNvSpPr txBox="1"/>
          <p:nvPr/>
        </p:nvSpPr>
        <p:spPr>
          <a:xfrm>
            <a:off x="7059612" y="936625"/>
            <a:ext cx="2651125"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B3838"/>
              </a:buClr>
              <a:buSzPts val="2200"/>
              <a:buFont typeface="Calibri"/>
              <a:buNone/>
            </a:pPr>
            <a:r>
              <a:rPr b="1" i="0" lang="en-US" sz="2200" u="none">
                <a:solidFill>
                  <a:srgbClr val="3B3838"/>
                </a:solidFill>
                <a:latin typeface="Calibri"/>
                <a:ea typeface="Calibri"/>
                <a:cs typeface="Calibri"/>
                <a:sym typeface="Calibri"/>
              </a:rPr>
              <a:t>Dónde inicializo actual?</a:t>
            </a:r>
            <a:endParaRPr/>
          </a:p>
        </p:txBody>
      </p:sp>
      <p:sp>
        <p:nvSpPr>
          <p:cNvPr id="254" name="Google Shape;254;p7"/>
          <p:cNvSpPr txBox="1"/>
          <p:nvPr/>
        </p:nvSpPr>
        <p:spPr>
          <a:xfrm>
            <a:off x="9429750" y="871537"/>
            <a:ext cx="2649537" cy="1108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B3838"/>
              </a:buClr>
              <a:buSzPts val="2200"/>
              <a:buFont typeface="Calibri"/>
              <a:buNone/>
            </a:pPr>
            <a:r>
              <a:rPr b="1" i="0" lang="en-US" sz="2200" u="none">
                <a:solidFill>
                  <a:srgbClr val="3B3838"/>
                </a:solidFill>
                <a:latin typeface="Calibri"/>
                <a:ea typeface="Calibri"/>
                <a:cs typeface="Calibri"/>
                <a:sym typeface="Calibri"/>
              </a:rPr>
              <a:t>En el write es lo mismo informar actual que ani.raza?</a:t>
            </a:r>
            <a:endParaRPr/>
          </a:p>
        </p:txBody>
      </p:sp>
      <p:sp>
        <p:nvSpPr>
          <p:cNvPr id="255" name="Google Shape;255;p7"/>
          <p:cNvSpPr txBox="1"/>
          <p:nvPr/>
        </p:nvSpPr>
        <p:spPr>
          <a:xfrm>
            <a:off x="8415337" y="2125662"/>
            <a:ext cx="2960687" cy="1108075"/>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70AD47"/>
              </a:buClr>
              <a:buSzPts val="2200"/>
              <a:buFont typeface="Calibri"/>
              <a:buNone/>
            </a:pPr>
            <a:r>
              <a:rPr b="1" i="0" lang="en-US" sz="2200" u="none">
                <a:solidFill>
                  <a:srgbClr val="70AD47"/>
                </a:solidFill>
                <a:latin typeface="Calibri"/>
                <a:ea typeface="Calibri"/>
                <a:cs typeface="Calibri"/>
                <a:sym typeface="Calibri"/>
              </a:rPr>
              <a:t>Qué modifico si quiero informar la cantidad total y la por raza?</a:t>
            </a:r>
            <a:endParaRPr/>
          </a:p>
        </p:txBody>
      </p:sp>
      <p:sp>
        <p:nvSpPr>
          <p:cNvPr id="256" name="Google Shape;256;p7"/>
          <p:cNvSpPr txBox="1"/>
          <p:nvPr/>
        </p:nvSpPr>
        <p:spPr>
          <a:xfrm>
            <a:off x="4187825" y="3048000"/>
            <a:ext cx="1535112" cy="430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200"/>
              <a:buFont typeface="Calibri"/>
              <a:buNone/>
            </a:pPr>
            <a:r>
              <a:rPr b="1" i="0" lang="en-US" sz="2200" u="none">
                <a:solidFill>
                  <a:schemeClr val="accent2"/>
                </a:solidFill>
                <a:latin typeface="Calibri"/>
                <a:ea typeface="Calibri"/>
                <a:cs typeface="Calibri"/>
                <a:sym typeface="Calibri"/>
              </a:rPr>
              <a:t>cant:=0;</a:t>
            </a:r>
            <a:endParaRPr/>
          </a:p>
        </p:txBody>
      </p:sp>
      <p:sp>
        <p:nvSpPr>
          <p:cNvPr id="257" name="Google Shape;257;p7"/>
          <p:cNvSpPr txBox="1"/>
          <p:nvPr/>
        </p:nvSpPr>
        <p:spPr>
          <a:xfrm>
            <a:off x="4187825" y="3487737"/>
            <a:ext cx="2268537" cy="430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200"/>
              <a:buFont typeface="Calibri"/>
              <a:buNone/>
            </a:pPr>
            <a:r>
              <a:rPr b="1" i="0" lang="en-US" sz="2200" u="none">
                <a:solidFill>
                  <a:schemeClr val="accent2"/>
                </a:solidFill>
                <a:latin typeface="Calibri"/>
                <a:ea typeface="Calibri"/>
                <a:cs typeface="Calibri"/>
                <a:sym typeface="Calibri"/>
              </a:rPr>
              <a:t>actual:= ani.raza;</a:t>
            </a:r>
            <a:endParaRPr/>
          </a:p>
        </p:txBody>
      </p:sp>
    </p:spTree>
  </p:cSld>
  <p:clrMapOvr>
    <a:masterClrMapping/>
  </p:clrMapOvr>
  <p:transition>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47"/>
                                        </p:tgtEl>
                                        <p:attrNameLst>
                                          <p:attrName>style.visibility</p:attrName>
                                        </p:attrNameLst>
                                      </p:cBhvr>
                                      <p:to>
                                        <p:strVal val="visible"/>
                                      </p:to>
                                    </p:set>
                                    <p:animEffect filter="fade" transition="in">
                                      <p:cBhvr>
                                        <p:cTn dur="2500"/>
                                        <p:tgtEl>
                                          <p:spTgt spid="2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2"/>
                                        </p:tgtEl>
                                        <p:attrNameLst>
                                          <p:attrName>style.visibility</p:attrName>
                                        </p:attrNameLst>
                                      </p:cBhvr>
                                      <p:to>
                                        <p:strVal val="visible"/>
                                      </p:to>
                                    </p:set>
                                    <p:animEffect filter="fade" transition="in">
                                      <p:cBhvr>
                                        <p:cTn dur="1250"/>
                                        <p:tgtEl>
                                          <p:spTgt spid="2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6"/>
                                        </p:tgtEl>
                                        <p:attrNameLst>
                                          <p:attrName>style.visibility</p:attrName>
                                        </p:attrNameLst>
                                      </p:cBhvr>
                                      <p:to>
                                        <p:strVal val="visible"/>
                                      </p:to>
                                    </p:set>
                                    <p:animEffect filter="fade" transition="in">
                                      <p:cBhvr>
                                        <p:cTn dur="2000"/>
                                        <p:tgtEl>
                                          <p:spTgt spid="2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3"/>
                                        </p:tgtEl>
                                        <p:attrNameLst>
                                          <p:attrName>style.visibility</p:attrName>
                                        </p:attrNameLst>
                                      </p:cBhvr>
                                      <p:to>
                                        <p:strVal val="visible"/>
                                      </p:to>
                                    </p:set>
                                    <p:animEffect filter="fade" transition="in">
                                      <p:cBhvr>
                                        <p:cTn dur="1250"/>
                                        <p:tgtEl>
                                          <p:spTgt spid="2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7"/>
                                        </p:tgtEl>
                                        <p:attrNameLst>
                                          <p:attrName>style.visibility</p:attrName>
                                        </p:attrNameLst>
                                      </p:cBhvr>
                                      <p:to>
                                        <p:strVal val="visible"/>
                                      </p:to>
                                    </p:set>
                                    <p:animEffect filter="fade" transition="in">
                                      <p:cBhvr>
                                        <p:cTn dur="2000"/>
                                        <p:tgtEl>
                                          <p:spTgt spid="2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4"/>
                                        </p:tgtEl>
                                        <p:attrNameLst>
                                          <p:attrName>style.visibility</p:attrName>
                                        </p:attrNameLst>
                                      </p:cBhvr>
                                      <p:to>
                                        <p:strVal val="visible"/>
                                      </p:to>
                                    </p:set>
                                    <p:animEffect filter="fade" transition="in">
                                      <p:cBhvr>
                                        <p:cTn dur="1500"/>
                                        <p:tgtEl>
                                          <p:spTgt spid="2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55"/>
                                        </p:tgtEl>
                                        <p:attrNameLst>
                                          <p:attrName>style.visibility</p:attrName>
                                        </p:attrNameLst>
                                      </p:cBhvr>
                                      <p:to>
                                        <p:strVal val="visible"/>
                                      </p:to>
                                    </p:set>
                                    <p:animEffect filter="fade" transition="in">
                                      <p:cBhvr>
                                        <p:cTn dur="2000"/>
                                        <p:tgtEl>
                                          <p:spTgt spid="2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1" name="Shape 261"/>
        <p:cNvGrpSpPr/>
        <p:nvPr/>
      </p:nvGrpSpPr>
      <p:grpSpPr>
        <a:xfrm>
          <a:off x="0" y="0"/>
          <a:ext cx="0" cy="0"/>
          <a:chOff x="0" y="0"/>
          <a:chExt cx="0" cy="0"/>
        </a:xfrm>
      </p:grpSpPr>
      <p:pic>
        <p:nvPicPr>
          <p:cNvPr descr="Diagrama&#10;&#10;Descripción generada automáticamente con confianza baja" id="262" name="Google Shape;262;p8"/>
          <p:cNvPicPr preferRelativeResize="0"/>
          <p:nvPr/>
        </p:nvPicPr>
        <p:blipFill rotWithShape="1">
          <a:blip r:embed="rId3">
            <a:alphaModFix/>
          </a:blip>
          <a:srcRect b="0" l="0" r="0" t="0"/>
          <a:stretch/>
        </p:blipFill>
        <p:spPr>
          <a:xfrm>
            <a:off x="11209337" y="153987"/>
            <a:ext cx="777875" cy="782637"/>
          </a:xfrm>
          <a:prstGeom prst="rect">
            <a:avLst/>
          </a:prstGeom>
          <a:noFill/>
          <a:ln>
            <a:noFill/>
          </a:ln>
        </p:spPr>
      </p:pic>
      <p:sp>
        <p:nvSpPr>
          <p:cNvPr id="263" name="Google Shape;263;p8"/>
          <p:cNvSpPr txBox="1"/>
          <p:nvPr/>
        </p:nvSpPr>
        <p:spPr>
          <a:xfrm>
            <a:off x="407987" y="842962"/>
            <a:ext cx="5121275" cy="50165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Program uno;</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Type</a:t>
            </a:r>
            <a:endParaRPr/>
          </a:p>
          <a:p>
            <a:pPr indent="0" lvl="0" marL="0" marR="0" rtl="0" algn="l">
              <a:lnSpc>
                <a:spcPct val="100000"/>
              </a:lnSpc>
              <a:spcBef>
                <a:spcPts val="0"/>
              </a:spcBef>
              <a:spcAft>
                <a:spcPts val="0"/>
              </a:spcAft>
              <a:buClr>
                <a:schemeClr val="dk1"/>
              </a:buClr>
              <a:buSzPts val="2000"/>
              <a:buFont typeface="Tahoma"/>
              <a:buNone/>
            </a:pPr>
            <a:r>
              <a:t/>
            </a:r>
            <a:endParaRPr b="0" i="0" sz="20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perro = record</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raza: string;</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nombre: string;   </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edad: integer;</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end;</a:t>
            </a:r>
            <a:endParaRPr/>
          </a:p>
          <a:p>
            <a:pPr indent="0" lvl="0" marL="0" marR="0" rtl="0" algn="l">
              <a:lnSpc>
                <a:spcPct val="100000"/>
              </a:lnSpc>
              <a:spcBef>
                <a:spcPts val="0"/>
              </a:spcBef>
              <a:spcAft>
                <a:spcPts val="0"/>
              </a:spcAft>
              <a:buClr>
                <a:schemeClr val="dk1"/>
              </a:buClr>
              <a:buSzPts val="2000"/>
              <a:buFont typeface="Tahoma"/>
              <a:buNone/>
            </a:pPr>
            <a:r>
              <a:t/>
            </a:r>
            <a:endParaRPr b="0" i="0" sz="20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módulos</a:t>
            </a:r>
            <a:endParaRPr/>
          </a:p>
          <a:p>
            <a:pPr indent="0" lvl="0" marL="0" marR="0" rtl="0" algn="l">
              <a:lnSpc>
                <a:spcPct val="100000"/>
              </a:lnSpc>
              <a:spcBef>
                <a:spcPts val="0"/>
              </a:spcBef>
              <a:spcAft>
                <a:spcPts val="0"/>
              </a:spcAft>
              <a:buClr>
                <a:schemeClr val="dk1"/>
              </a:buClr>
              <a:buSzPts val="2000"/>
              <a:buFont typeface="Tahoma"/>
              <a:buNone/>
            </a:pPr>
            <a:r>
              <a:t/>
            </a:r>
            <a:endParaRPr b="0" i="0" sz="20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Var</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ani: perro;</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cant: integer;</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actual:string;</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total:integer; </a:t>
            </a:r>
            <a:endParaRPr/>
          </a:p>
        </p:txBody>
      </p:sp>
      <p:sp>
        <p:nvSpPr>
          <p:cNvPr id="264" name="Google Shape;264;p8"/>
          <p:cNvSpPr txBox="1"/>
          <p:nvPr/>
        </p:nvSpPr>
        <p:spPr>
          <a:xfrm>
            <a:off x="3790950" y="1047750"/>
            <a:ext cx="8372475" cy="591026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100"/>
              <a:buFont typeface="Consolas"/>
              <a:buNone/>
            </a:pPr>
            <a:r>
              <a:rPr b="1" i="0" lang="en-US" sz="2100" u="none">
                <a:solidFill>
                  <a:schemeClr val="dk1"/>
                </a:solidFill>
                <a:latin typeface="Consolas"/>
                <a:ea typeface="Consolas"/>
                <a:cs typeface="Consolas"/>
                <a:sym typeface="Consolas"/>
              </a:rPr>
              <a:t>Begin</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leer (ani);</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while (ani.raza &lt;&gt; ´XXX´) do</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begin</a:t>
            </a:r>
            <a:endParaRPr/>
          </a:p>
          <a:p>
            <a:pPr indent="0" lvl="0" marL="0" marR="0" rtl="0" algn="l">
              <a:lnSpc>
                <a:spcPct val="100000"/>
              </a:lnSpc>
              <a:spcBef>
                <a:spcPts val="0"/>
              </a:spcBef>
              <a:spcAft>
                <a:spcPts val="0"/>
              </a:spcAft>
              <a:buClr>
                <a:schemeClr val="dk1"/>
              </a:buClr>
              <a:buSzPts val="2100"/>
              <a:buFont typeface="Tahoma"/>
              <a:buNone/>
            </a:pPr>
            <a:r>
              <a:t/>
            </a:r>
            <a:endParaRPr b="0" i="0" sz="21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100"/>
              <a:buFont typeface="Tahoma"/>
              <a:buNone/>
            </a:pPr>
            <a:r>
              <a:t/>
            </a:r>
            <a:endParaRPr b="0" i="0" sz="21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while ((ani.raza &lt;&gt; ´XXX´)and(ani.raza = actual)) do</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begin</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cant:= cant + 1;</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leer (ani);</a:t>
            </a:r>
            <a:endParaRPr b="1" i="0" sz="21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end;</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total:= total + cant;   </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write (`La cantidad de la raza`,</a:t>
            </a:r>
            <a:r>
              <a:rPr b="1" i="0" lang="en-US" sz="2100" u="none">
                <a:solidFill>
                  <a:schemeClr val="accent2"/>
                </a:solidFill>
                <a:latin typeface="Consolas"/>
                <a:ea typeface="Consolas"/>
                <a:cs typeface="Consolas"/>
                <a:sym typeface="Consolas"/>
              </a:rPr>
              <a:t>actual</a:t>
            </a:r>
            <a:r>
              <a:rPr b="0" i="0" lang="en-US" sz="2100" u="none">
                <a:solidFill>
                  <a:schemeClr val="dk1"/>
                </a:solidFill>
                <a:latin typeface="Consolas"/>
                <a:ea typeface="Consolas"/>
                <a:cs typeface="Consolas"/>
                <a:sym typeface="Consolas"/>
              </a:rPr>
              <a:t>, ´es´, cant);</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end;</a:t>
            </a:r>
            <a:endParaRPr/>
          </a:p>
          <a:p>
            <a:pPr indent="0" lvl="0" marL="0" marR="0" rtl="0" algn="l">
              <a:lnSpc>
                <a:spcPct val="100000"/>
              </a:lnSpc>
              <a:spcBef>
                <a:spcPts val="0"/>
              </a:spcBef>
              <a:spcAft>
                <a:spcPts val="0"/>
              </a:spcAft>
              <a:buClr>
                <a:schemeClr val="dk1"/>
              </a:buClr>
              <a:buSzPts val="2100"/>
              <a:buFont typeface="Tahoma"/>
              <a:buNone/>
            </a:pPr>
            <a:r>
              <a:t/>
            </a:r>
            <a:endParaRPr b="1" i="0" sz="21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100"/>
              <a:buFont typeface="Consolas"/>
              <a:buNone/>
            </a:pPr>
            <a:r>
              <a:rPr b="1" i="0" lang="en-US" sz="2100" u="none">
                <a:solidFill>
                  <a:schemeClr val="dk1"/>
                </a:solidFill>
                <a:latin typeface="Consolas"/>
                <a:ea typeface="Consolas"/>
                <a:cs typeface="Consolas"/>
                <a:sym typeface="Consolas"/>
              </a:rPr>
              <a:t>End</a:t>
            </a:r>
            <a:r>
              <a:rPr b="0" i="0" lang="en-US" sz="2100" u="none">
                <a:solidFill>
                  <a:schemeClr val="dk1"/>
                </a:solidFill>
                <a:latin typeface="Consolas"/>
                <a:ea typeface="Consolas"/>
                <a:cs typeface="Consolas"/>
                <a:sym typeface="Consolas"/>
              </a:rPr>
              <a:t>. </a:t>
            </a:r>
            <a:endParaRPr/>
          </a:p>
        </p:txBody>
      </p:sp>
      <p:sp>
        <p:nvSpPr>
          <p:cNvPr id="265" name="Google Shape;265;p8"/>
          <p:cNvSpPr/>
          <p:nvPr/>
        </p:nvSpPr>
        <p:spPr>
          <a:xfrm>
            <a:off x="1647825" y="739775"/>
            <a:ext cx="3094037" cy="5653087"/>
          </a:xfrm>
          <a:custGeom>
            <a:rect b="b" l="l" r="r" t="t"/>
            <a:pathLst>
              <a:path extrusionOk="0" h="5652655" w="3094318">
                <a:moveTo>
                  <a:pt x="0" y="5527964"/>
                </a:moveTo>
                <a:lnTo>
                  <a:pt x="124691" y="5569528"/>
                </a:lnTo>
                <a:cubicBezTo>
                  <a:pt x="138546" y="5574146"/>
                  <a:pt x="152087" y="5579840"/>
                  <a:pt x="166255" y="5583382"/>
                </a:cubicBezTo>
                <a:cubicBezTo>
                  <a:pt x="184728" y="5588000"/>
                  <a:pt x="203364" y="5592006"/>
                  <a:pt x="221673" y="5597237"/>
                </a:cubicBezTo>
                <a:cubicBezTo>
                  <a:pt x="235715" y="5601249"/>
                  <a:pt x="248981" y="5607923"/>
                  <a:pt x="263237" y="5611091"/>
                </a:cubicBezTo>
                <a:cubicBezTo>
                  <a:pt x="373136" y="5635513"/>
                  <a:pt x="505671" y="5635602"/>
                  <a:pt x="609600" y="5638800"/>
                </a:cubicBezTo>
                <a:lnTo>
                  <a:pt x="1246909" y="5652655"/>
                </a:lnTo>
                <a:cubicBezTo>
                  <a:pt x="1348509" y="5648037"/>
                  <a:pt x="1450282" y="5646313"/>
                  <a:pt x="1551709" y="5638800"/>
                </a:cubicBezTo>
                <a:cubicBezTo>
                  <a:pt x="1576711" y="5636948"/>
                  <a:pt x="1649032" y="5617933"/>
                  <a:pt x="1676400" y="5611091"/>
                </a:cubicBezTo>
                <a:cubicBezTo>
                  <a:pt x="1767174" y="5520319"/>
                  <a:pt x="1663961" y="5614767"/>
                  <a:pt x="1773382" y="5541819"/>
                </a:cubicBezTo>
                <a:cubicBezTo>
                  <a:pt x="1794440" y="5527780"/>
                  <a:pt x="1855321" y="5446025"/>
                  <a:pt x="1856509" y="5444837"/>
                </a:cubicBezTo>
                <a:cubicBezTo>
                  <a:pt x="1868283" y="5433063"/>
                  <a:pt x="1884218" y="5426364"/>
                  <a:pt x="1898073" y="5417128"/>
                </a:cubicBezTo>
                <a:cubicBezTo>
                  <a:pt x="1911928" y="5398655"/>
                  <a:pt x="1927399" y="5381290"/>
                  <a:pt x="1939637" y="5361709"/>
                </a:cubicBezTo>
                <a:cubicBezTo>
                  <a:pt x="1950583" y="5344195"/>
                  <a:pt x="1955342" y="5323097"/>
                  <a:pt x="1967346" y="5306291"/>
                </a:cubicBezTo>
                <a:cubicBezTo>
                  <a:pt x="1978734" y="5290348"/>
                  <a:pt x="1995055" y="5278582"/>
                  <a:pt x="2008909" y="5264728"/>
                </a:cubicBezTo>
                <a:cubicBezTo>
                  <a:pt x="2013527" y="5241637"/>
                  <a:pt x="2015317" y="5217795"/>
                  <a:pt x="2022764" y="5195455"/>
                </a:cubicBezTo>
                <a:cubicBezTo>
                  <a:pt x="2063833" y="5072248"/>
                  <a:pt x="2057465" y="5087984"/>
                  <a:pt x="2105891" y="5015346"/>
                </a:cubicBezTo>
                <a:cubicBezTo>
                  <a:pt x="2091029" y="4851856"/>
                  <a:pt x="2102588" y="4892396"/>
                  <a:pt x="2064327" y="4752109"/>
                </a:cubicBezTo>
                <a:cubicBezTo>
                  <a:pt x="2060484" y="4738020"/>
                  <a:pt x="2058961" y="4722430"/>
                  <a:pt x="2050473" y="4710546"/>
                </a:cubicBezTo>
                <a:cubicBezTo>
                  <a:pt x="2035289" y="4689288"/>
                  <a:pt x="2013528" y="4673601"/>
                  <a:pt x="1995055" y="4655128"/>
                </a:cubicBezTo>
                <a:cubicBezTo>
                  <a:pt x="1945000" y="4479936"/>
                  <a:pt x="1999067" y="4631871"/>
                  <a:pt x="1911927" y="4475019"/>
                </a:cubicBezTo>
                <a:cubicBezTo>
                  <a:pt x="1904835" y="4462253"/>
                  <a:pt x="1903826" y="4446878"/>
                  <a:pt x="1898073" y="4433455"/>
                </a:cubicBezTo>
                <a:cubicBezTo>
                  <a:pt x="1889937" y="4414472"/>
                  <a:pt x="1880611" y="4395969"/>
                  <a:pt x="1870364" y="4378037"/>
                </a:cubicBezTo>
                <a:cubicBezTo>
                  <a:pt x="1862103" y="4363580"/>
                  <a:pt x="1851480" y="4350593"/>
                  <a:pt x="1842655" y="4336473"/>
                </a:cubicBezTo>
                <a:cubicBezTo>
                  <a:pt x="1828383" y="4313638"/>
                  <a:pt x="1816028" y="4289606"/>
                  <a:pt x="1801091" y="4267200"/>
                </a:cubicBezTo>
                <a:cubicBezTo>
                  <a:pt x="1788282" y="4247987"/>
                  <a:pt x="1770741" y="4231967"/>
                  <a:pt x="1759527" y="4211782"/>
                </a:cubicBezTo>
                <a:cubicBezTo>
                  <a:pt x="1646551" y="4008426"/>
                  <a:pt x="1798561" y="4242623"/>
                  <a:pt x="1704109" y="4100946"/>
                </a:cubicBezTo>
                <a:lnTo>
                  <a:pt x="1662546" y="3976255"/>
                </a:lnTo>
                <a:cubicBezTo>
                  <a:pt x="1653310" y="3948546"/>
                  <a:pt x="1651039" y="3917430"/>
                  <a:pt x="1634837" y="3893128"/>
                </a:cubicBezTo>
                <a:lnTo>
                  <a:pt x="1607127" y="3851564"/>
                </a:lnTo>
                <a:lnTo>
                  <a:pt x="1565564" y="3726873"/>
                </a:lnTo>
                <a:lnTo>
                  <a:pt x="1551709" y="3685309"/>
                </a:lnTo>
                <a:cubicBezTo>
                  <a:pt x="1547091" y="3671455"/>
                  <a:pt x="1544386" y="3656808"/>
                  <a:pt x="1537855" y="3643746"/>
                </a:cubicBezTo>
                <a:lnTo>
                  <a:pt x="1482437" y="3532909"/>
                </a:lnTo>
                <a:cubicBezTo>
                  <a:pt x="1477819" y="3482109"/>
                  <a:pt x="1474909" y="3431125"/>
                  <a:pt x="1468582" y="3380509"/>
                </a:cubicBezTo>
                <a:cubicBezTo>
                  <a:pt x="1465661" y="3357143"/>
                  <a:pt x="1458308" y="3334511"/>
                  <a:pt x="1454727" y="3311237"/>
                </a:cubicBezTo>
                <a:cubicBezTo>
                  <a:pt x="1449065" y="3274437"/>
                  <a:pt x="1444578" y="3237448"/>
                  <a:pt x="1440873" y="3200400"/>
                </a:cubicBezTo>
                <a:cubicBezTo>
                  <a:pt x="1435340" y="3145066"/>
                  <a:pt x="1431636" y="3089564"/>
                  <a:pt x="1427018" y="3034146"/>
                </a:cubicBezTo>
                <a:cubicBezTo>
                  <a:pt x="1431636" y="2904837"/>
                  <a:pt x="1432543" y="2775342"/>
                  <a:pt x="1440873" y="2646219"/>
                </a:cubicBezTo>
                <a:cubicBezTo>
                  <a:pt x="1441813" y="2631645"/>
                  <a:pt x="1452326" y="2619060"/>
                  <a:pt x="1454727" y="2604655"/>
                </a:cubicBezTo>
                <a:cubicBezTo>
                  <a:pt x="1478977" y="2459157"/>
                  <a:pt x="1456808" y="2516437"/>
                  <a:pt x="1482437" y="2396837"/>
                </a:cubicBezTo>
                <a:cubicBezTo>
                  <a:pt x="1490416" y="2359600"/>
                  <a:pt x="1504760" y="2323700"/>
                  <a:pt x="1510146" y="2286000"/>
                </a:cubicBezTo>
                <a:cubicBezTo>
                  <a:pt x="1516802" y="2239404"/>
                  <a:pt x="1528241" y="2153963"/>
                  <a:pt x="1537855" y="2105891"/>
                </a:cubicBezTo>
                <a:cubicBezTo>
                  <a:pt x="1541589" y="2087220"/>
                  <a:pt x="1547091" y="2068946"/>
                  <a:pt x="1551709" y="2050473"/>
                </a:cubicBezTo>
                <a:cubicBezTo>
                  <a:pt x="1556327" y="2004291"/>
                  <a:pt x="1559807" y="1957982"/>
                  <a:pt x="1565564" y="1911928"/>
                </a:cubicBezTo>
                <a:cubicBezTo>
                  <a:pt x="1569048" y="1884053"/>
                  <a:pt x="1576136" y="1856699"/>
                  <a:pt x="1579418" y="1828800"/>
                </a:cubicBezTo>
                <a:cubicBezTo>
                  <a:pt x="1585251" y="1779217"/>
                  <a:pt x="1593087" y="1640257"/>
                  <a:pt x="1607127" y="1579419"/>
                </a:cubicBezTo>
                <a:cubicBezTo>
                  <a:pt x="1613695" y="1550959"/>
                  <a:pt x="1625600" y="1524000"/>
                  <a:pt x="1634837" y="1496291"/>
                </a:cubicBezTo>
                <a:cubicBezTo>
                  <a:pt x="1639455" y="1427018"/>
                  <a:pt x="1641423" y="1357518"/>
                  <a:pt x="1648691" y="1288473"/>
                </a:cubicBezTo>
                <a:cubicBezTo>
                  <a:pt x="1650684" y="1269536"/>
                  <a:pt x="1659140" y="1251789"/>
                  <a:pt x="1662546" y="1233055"/>
                </a:cubicBezTo>
                <a:cubicBezTo>
                  <a:pt x="1668388" y="1200926"/>
                  <a:pt x="1671782" y="1168400"/>
                  <a:pt x="1676400" y="1136073"/>
                </a:cubicBezTo>
                <a:cubicBezTo>
                  <a:pt x="1681018" y="1002146"/>
                  <a:pt x="1683212" y="868113"/>
                  <a:pt x="1690255" y="734291"/>
                </a:cubicBezTo>
                <a:cubicBezTo>
                  <a:pt x="1692453" y="692529"/>
                  <a:pt x="1699731" y="651190"/>
                  <a:pt x="1704109" y="609600"/>
                </a:cubicBezTo>
                <a:cubicBezTo>
                  <a:pt x="1708968" y="563443"/>
                  <a:pt x="1711400" y="517001"/>
                  <a:pt x="1717964" y="471055"/>
                </a:cubicBezTo>
                <a:cubicBezTo>
                  <a:pt x="1720657" y="452205"/>
                  <a:pt x="1728084" y="434308"/>
                  <a:pt x="1731818" y="415637"/>
                </a:cubicBezTo>
                <a:cubicBezTo>
                  <a:pt x="1737327" y="388091"/>
                  <a:pt x="1737601" y="359416"/>
                  <a:pt x="1745673" y="332509"/>
                </a:cubicBezTo>
                <a:cubicBezTo>
                  <a:pt x="1751608" y="312727"/>
                  <a:pt x="1763135" y="295023"/>
                  <a:pt x="1773382" y="277091"/>
                </a:cubicBezTo>
                <a:cubicBezTo>
                  <a:pt x="1806345" y="219407"/>
                  <a:pt x="1828110" y="208508"/>
                  <a:pt x="1884218" y="152400"/>
                </a:cubicBezTo>
                <a:cubicBezTo>
                  <a:pt x="1898073" y="138545"/>
                  <a:pt x="1907194" y="117033"/>
                  <a:pt x="1925782" y="110837"/>
                </a:cubicBezTo>
                <a:cubicBezTo>
                  <a:pt x="1939637" y="106219"/>
                  <a:pt x="1953923" y="102735"/>
                  <a:pt x="1967346" y="96982"/>
                </a:cubicBezTo>
                <a:cubicBezTo>
                  <a:pt x="1986329" y="88846"/>
                  <a:pt x="2003171" y="75804"/>
                  <a:pt x="2022764" y="69273"/>
                </a:cubicBezTo>
                <a:cubicBezTo>
                  <a:pt x="2045104" y="61826"/>
                  <a:pt x="2069319" y="61615"/>
                  <a:pt x="2092037" y="55419"/>
                </a:cubicBezTo>
                <a:cubicBezTo>
                  <a:pt x="2120216" y="47734"/>
                  <a:pt x="2146704" y="34277"/>
                  <a:pt x="2175164" y="27709"/>
                </a:cubicBezTo>
                <a:cubicBezTo>
                  <a:pt x="2247395" y="11040"/>
                  <a:pt x="2416071" y="3574"/>
                  <a:pt x="2466109" y="0"/>
                </a:cubicBezTo>
                <a:lnTo>
                  <a:pt x="2701637" y="27709"/>
                </a:lnTo>
                <a:cubicBezTo>
                  <a:pt x="2740330" y="32985"/>
                  <a:pt x="2787889" y="45809"/>
                  <a:pt x="2826327" y="55419"/>
                </a:cubicBezTo>
                <a:cubicBezTo>
                  <a:pt x="2840182" y="64655"/>
                  <a:pt x="2853273" y="75155"/>
                  <a:pt x="2867891" y="83128"/>
                </a:cubicBezTo>
                <a:cubicBezTo>
                  <a:pt x="2904154" y="102907"/>
                  <a:pt x="2949519" y="109339"/>
                  <a:pt x="2978727" y="138546"/>
                </a:cubicBezTo>
                <a:cubicBezTo>
                  <a:pt x="3027347" y="187164"/>
                  <a:pt x="2998277" y="156055"/>
                  <a:pt x="3061855" y="235528"/>
                </a:cubicBezTo>
                <a:cubicBezTo>
                  <a:pt x="3066473" y="249382"/>
                  <a:pt x="3072167" y="262923"/>
                  <a:pt x="3075709" y="277091"/>
                </a:cubicBezTo>
                <a:cubicBezTo>
                  <a:pt x="3106773" y="401346"/>
                  <a:pt x="3089564" y="438548"/>
                  <a:pt x="3089564" y="609600"/>
                </a:cubicBezTo>
              </a:path>
            </a:pathLst>
          </a:custGeom>
          <a:noFill/>
          <a:ln cap="flat" cmpd="sng" w="38100">
            <a:solidFill>
              <a:srgbClr val="41719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ahoma"/>
              <a:ea typeface="Tahoma"/>
              <a:cs typeface="Tahoma"/>
              <a:sym typeface="Tahoma"/>
            </a:endParaRPr>
          </a:p>
        </p:txBody>
      </p:sp>
      <p:sp>
        <p:nvSpPr>
          <p:cNvPr id="266" name="Google Shape;266;p8"/>
          <p:cNvSpPr txBox="1"/>
          <p:nvPr/>
        </p:nvSpPr>
        <p:spPr>
          <a:xfrm>
            <a:off x="204787" y="130175"/>
            <a:ext cx="7272337" cy="6953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CADP – </a:t>
            </a:r>
            <a:r>
              <a:rPr b="1" i="0" lang="en-US" sz="4000" u="none">
                <a:solidFill>
                  <a:srgbClr val="7F7F7F"/>
                </a:solidFill>
                <a:latin typeface="Calibri"/>
                <a:ea typeface="Calibri"/>
                <a:cs typeface="Calibri"/>
                <a:sym typeface="Calibri"/>
              </a:rPr>
              <a:t>ESTRUCTURA DE DATOS</a:t>
            </a:r>
            <a:endParaRPr/>
          </a:p>
        </p:txBody>
      </p:sp>
      <p:sp>
        <p:nvSpPr>
          <p:cNvPr id="267" name="Google Shape;267;p8"/>
          <p:cNvSpPr txBox="1"/>
          <p:nvPr/>
        </p:nvSpPr>
        <p:spPr>
          <a:xfrm>
            <a:off x="8154987" y="120650"/>
            <a:ext cx="2713037" cy="6461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2E75B6"/>
              </a:buClr>
              <a:buSzPts val="3600"/>
              <a:buFont typeface="Calibri"/>
              <a:buNone/>
            </a:pPr>
            <a:r>
              <a:rPr b="1" i="0" lang="en-US" sz="3600" u="none">
                <a:solidFill>
                  <a:srgbClr val="2E75B6"/>
                </a:solidFill>
                <a:latin typeface="Calibri"/>
                <a:ea typeface="Calibri"/>
                <a:cs typeface="Calibri"/>
                <a:sym typeface="Calibri"/>
              </a:rPr>
              <a:t>REGISTRO</a:t>
            </a:r>
            <a:endParaRPr/>
          </a:p>
        </p:txBody>
      </p:sp>
      <p:sp>
        <p:nvSpPr>
          <p:cNvPr id="268" name="Google Shape;268;p8"/>
          <p:cNvSpPr txBox="1"/>
          <p:nvPr/>
        </p:nvSpPr>
        <p:spPr>
          <a:xfrm>
            <a:off x="28575" y="6430962"/>
            <a:ext cx="2133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rPr b="0" i="0" lang="en-US" sz="1200" u="none">
                <a:solidFill>
                  <a:srgbClr val="595959"/>
                </a:solidFill>
                <a:latin typeface="Tahoma"/>
                <a:ea typeface="Tahoma"/>
                <a:cs typeface="Tahoma"/>
                <a:sym typeface="Tahoma"/>
              </a:rPr>
              <a:t>Clase 5-4</a:t>
            </a:r>
            <a:endParaRPr/>
          </a:p>
        </p:txBody>
      </p:sp>
      <p:sp>
        <p:nvSpPr>
          <p:cNvPr id="269" name="Google Shape;269;p8"/>
          <p:cNvSpPr txBox="1"/>
          <p:nvPr/>
        </p:nvSpPr>
        <p:spPr>
          <a:xfrm>
            <a:off x="4800600" y="657225"/>
            <a:ext cx="2649537"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B3838"/>
              </a:buClr>
              <a:buSzPts val="2200"/>
              <a:buFont typeface="Calibri"/>
              <a:buNone/>
            </a:pPr>
            <a:r>
              <a:rPr b="1" i="0" lang="en-US" sz="2200" u="none">
                <a:solidFill>
                  <a:srgbClr val="3B3838"/>
                </a:solidFill>
                <a:latin typeface="Calibri"/>
                <a:ea typeface="Calibri"/>
                <a:cs typeface="Calibri"/>
                <a:sym typeface="Calibri"/>
              </a:rPr>
              <a:t>Dónde inicializo cant?</a:t>
            </a:r>
            <a:endParaRPr/>
          </a:p>
        </p:txBody>
      </p:sp>
      <p:sp>
        <p:nvSpPr>
          <p:cNvPr id="270" name="Google Shape;270;p8"/>
          <p:cNvSpPr txBox="1"/>
          <p:nvPr/>
        </p:nvSpPr>
        <p:spPr>
          <a:xfrm>
            <a:off x="7059612" y="685800"/>
            <a:ext cx="2651125" cy="768350"/>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B3838"/>
              </a:buClr>
              <a:buSzPts val="2200"/>
              <a:buFont typeface="Calibri"/>
              <a:buNone/>
            </a:pPr>
            <a:r>
              <a:rPr b="1" i="0" lang="en-US" sz="2200" u="none">
                <a:solidFill>
                  <a:srgbClr val="3B3838"/>
                </a:solidFill>
                <a:latin typeface="Calibri"/>
                <a:ea typeface="Calibri"/>
                <a:cs typeface="Calibri"/>
                <a:sym typeface="Calibri"/>
              </a:rPr>
              <a:t>Dónde inicializo actual?</a:t>
            </a:r>
            <a:endParaRPr/>
          </a:p>
        </p:txBody>
      </p:sp>
      <p:sp>
        <p:nvSpPr>
          <p:cNvPr id="271" name="Google Shape;271;p8"/>
          <p:cNvSpPr txBox="1"/>
          <p:nvPr/>
        </p:nvSpPr>
        <p:spPr>
          <a:xfrm>
            <a:off x="9429750" y="620712"/>
            <a:ext cx="2649537"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B3838"/>
              </a:buClr>
              <a:buSzPts val="2200"/>
              <a:buFont typeface="Calibri"/>
              <a:buNone/>
            </a:pPr>
            <a:r>
              <a:rPr b="1" i="0" lang="en-US" sz="2200" u="none">
                <a:solidFill>
                  <a:srgbClr val="3B3838"/>
                </a:solidFill>
                <a:latin typeface="Calibri"/>
                <a:ea typeface="Calibri"/>
                <a:cs typeface="Calibri"/>
                <a:sym typeface="Calibri"/>
              </a:rPr>
              <a:t>Dónde inicializo total?</a:t>
            </a:r>
            <a:endParaRPr/>
          </a:p>
        </p:txBody>
      </p:sp>
      <p:sp>
        <p:nvSpPr>
          <p:cNvPr id="272" name="Google Shape;272;p8"/>
          <p:cNvSpPr txBox="1"/>
          <p:nvPr/>
        </p:nvSpPr>
        <p:spPr>
          <a:xfrm>
            <a:off x="8415337" y="1874837"/>
            <a:ext cx="2960687" cy="1446212"/>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70AD47"/>
              </a:buClr>
              <a:buSzPts val="2200"/>
              <a:buFont typeface="Calibri"/>
              <a:buNone/>
            </a:pPr>
            <a:r>
              <a:rPr b="1" i="0" lang="en-US" sz="2200" u="none">
                <a:solidFill>
                  <a:srgbClr val="70AD47"/>
                </a:solidFill>
                <a:latin typeface="Calibri"/>
                <a:ea typeface="Calibri"/>
                <a:cs typeface="Calibri"/>
                <a:sym typeface="Calibri"/>
              </a:rPr>
              <a:t>Qué modifico si quiero informar la raza con mayor cantidad de perros?</a:t>
            </a:r>
            <a:endParaRPr/>
          </a:p>
        </p:txBody>
      </p:sp>
      <p:sp>
        <p:nvSpPr>
          <p:cNvPr id="273" name="Google Shape;273;p8"/>
          <p:cNvSpPr txBox="1"/>
          <p:nvPr/>
        </p:nvSpPr>
        <p:spPr>
          <a:xfrm>
            <a:off x="4187825" y="2670175"/>
            <a:ext cx="1535112" cy="43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200"/>
              <a:buFont typeface="Calibri"/>
              <a:buNone/>
            </a:pPr>
            <a:r>
              <a:rPr b="1" i="0" lang="en-US" sz="2200" u="none">
                <a:solidFill>
                  <a:schemeClr val="accent2"/>
                </a:solidFill>
                <a:latin typeface="Calibri"/>
                <a:ea typeface="Calibri"/>
                <a:cs typeface="Calibri"/>
                <a:sym typeface="Calibri"/>
              </a:rPr>
              <a:t>cant:=0;</a:t>
            </a:r>
            <a:endParaRPr/>
          </a:p>
        </p:txBody>
      </p:sp>
      <p:sp>
        <p:nvSpPr>
          <p:cNvPr id="274" name="Google Shape;274;p8"/>
          <p:cNvSpPr txBox="1"/>
          <p:nvPr/>
        </p:nvSpPr>
        <p:spPr>
          <a:xfrm>
            <a:off x="4187825" y="3109912"/>
            <a:ext cx="2268537" cy="43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200"/>
              <a:buFont typeface="Calibri"/>
              <a:buNone/>
            </a:pPr>
            <a:r>
              <a:rPr b="1" i="0" lang="en-US" sz="2200" u="none">
                <a:solidFill>
                  <a:schemeClr val="accent2"/>
                </a:solidFill>
                <a:latin typeface="Calibri"/>
                <a:ea typeface="Calibri"/>
                <a:cs typeface="Calibri"/>
                <a:sym typeface="Calibri"/>
              </a:rPr>
              <a:t>actual:= ani.raza;</a:t>
            </a:r>
            <a:endParaRPr/>
          </a:p>
        </p:txBody>
      </p:sp>
      <p:sp>
        <p:nvSpPr>
          <p:cNvPr id="275" name="Google Shape;275;p8"/>
          <p:cNvSpPr txBox="1"/>
          <p:nvPr/>
        </p:nvSpPr>
        <p:spPr>
          <a:xfrm>
            <a:off x="3790950" y="1319212"/>
            <a:ext cx="1535112" cy="430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200"/>
              <a:buFont typeface="Calibri"/>
              <a:buNone/>
            </a:pPr>
            <a:r>
              <a:rPr b="1" i="0" lang="en-US" sz="2200" u="none">
                <a:solidFill>
                  <a:schemeClr val="accent2"/>
                </a:solidFill>
                <a:latin typeface="Calibri"/>
                <a:ea typeface="Calibri"/>
                <a:cs typeface="Calibri"/>
                <a:sym typeface="Calibri"/>
              </a:rPr>
              <a:t>total:=0;</a:t>
            </a:r>
            <a:endParaRPr/>
          </a:p>
        </p:txBody>
      </p:sp>
      <p:sp>
        <p:nvSpPr>
          <p:cNvPr id="276" name="Google Shape;276;p8"/>
          <p:cNvSpPr txBox="1"/>
          <p:nvPr/>
        </p:nvSpPr>
        <p:spPr>
          <a:xfrm>
            <a:off x="3975100" y="6184900"/>
            <a:ext cx="7808912" cy="430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200"/>
              <a:buFont typeface="Calibri"/>
              <a:buNone/>
            </a:pPr>
            <a:r>
              <a:rPr b="1" i="0" lang="en-US" sz="2200" u="none">
                <a:solidFill>
                  <a:schemeClr val="accent2"/>
                </a:solidFill>
                <a:latin typeface="Calibri"/>
                <a:ea typeface="Calibri"/>
                <a:cs typeface="Calibri"/>
                <a:sym typeface="Calibri"/>
              </a:rPr>
              <a:t>Write (´La cantidad total de perros es´,total);</a:t>
            </a:r>
            <a:endParaRPr/>
          </a:p>
        </p:txBody>
      </p:sp>
    </p:spTree>
  </p:cSld>
  <p:clrMapOvr>
    <a:masterClrMapping/>
  </p:clrMapOvr>
  <p:transition>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4"/>
                                        </p:tgtEl>
                                        <p:attrNameLst>
                                          <p:attrName>style.visibility</p:attrName>
                                        </p:attrNameLst>
                                      </p:cBhvr>
                                      <p:to>
                                        <p:strVal val="visible"/>
                                      </p:to>
                                    </p:set>
                                    <p:animEffect filter="fade" transition="in">
                                      <p:cBhvr>
                                        <p:cTn dur="1750"/>
                                        <p:tgtEl>
                                          <p:spTgt spid="2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69"/>
                                        </p:tgtEl>
                                        <p:attrNameLst>
                                          <p:attrName>style.visibility</p:attrName>
                                        </p:attrNameLst>
                                      </p:cBhvr>
                                      <p:to>
                                        <p:strVal val="visible"/>
                                      </p:to>
                                    </p:set>
                                    <p:animEffect filter="fade" transition="in">
                                      <p:cBhvr>
                                        <p:cTn dur="1000"/>
                                        <p:tgtEl>
                                          <p:spTgt spid="2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3"/>
                                        </p:tgtEl>
                                        <p:attrNameLst>
                                          <p:attrName>style.visibility</p:attrName>
                                        </p:attrNameLst>
                                      </p:cBhvr>
                                      <p:to>
                                        <p:strVal val="visible"/>
                                      </p:to>
                                    </p:set>
                                    <p:animEffect filter="fade" transition="in">
                                      <p:cBhvr>
                                        <p:cTn dur="1250"/>
                                        <p:tgtEl>
                                          <p:spTgt spid="27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0"/>
                                        </p:tgtEl>
                                        <p:attrNameLst>
                                          <p:attrName>style.visibility</p:attrName>
                                        </p:attrNameLst>
                                      </p:cBhvr>
                                      <p:to>
                                        <p:strVal val="visible"/>
                                      </p:to>
                                    </p:set>
                                    <p:animEffect filter="fade" transition="in">
                                      <p:cBhvr>
                                        <p:cTn dur="1000"/>
                                        <p:tgtEl>
                                          <p:spTgt spid="2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4"/>
                                        </p:tgtEl>
                                        <p:attrNameLst>
                                          <p:attrName>style.visibility</p:attrName>
                                        </p:attrNameLst>
                                      </p:cBhvr>
                                      <p:to>
                                        <p:strVal val="visible"/>
                                      </p:to>
                                    </p:set>
                                    <p:animEffect filter="fade" transition="in">
                                      <p:cBhvr>
                                        <p:cTn dur="1250"/>
                                        <p:tgtEl>
                                          <p:spTgt spid="2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1"/>
                                        </p:tgtEl>
                                        <p:attrNameLst>
                                          <p:attrName>style.visibility</p:attrName>
                                        </p:attrNameLst>
                                      </p:cBhvr>
                                      <p:to>
                                        <p:strVal val="visible"/>
                                      </p:to>
                                    </p:set>
                                    <p:animEffect filter="fade" transition="in">
                                      <p:cBhvr>
                                        <p:cTn dur="1000"/>
                                        <p:tgtEl>
                                          <p:spTgt spid="27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5"/>
                                        </p:tgtEl>
                                        <p:attrNameLst>
                                          <p:attrName>style.visibility</p:attrName>
                                        </p:attrNameLst>
                                      </p:cBhvr>
                                      <p:to>
                                        <p:strVal val="visible"/>
                                      </p:to>
                                    </p:set>
                                    <p:animEffect filter="fade" transition="in">
                                      <p:cBhvr>
                                        <p:cTn dur="1250"/>
                                        <p:tgtEl>
                                          <p:spTgt spid="2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6"/>
                                        </p:tgtEl>
                                        <p:attrNameLst>
                                          <p:attrName>style.visibility</p:attrName>
                                        </p:attrNameLst>
                                      </p:cBhvr>
                                      <p:to>
                                        <p:strVal val="visible"/>
                                      </p:to>
                                    </p:set>
                                    <p:animEffect filter="fade" transition="in">
                                      <p:cBhvr>
                                        <p:cTn dur="1250"/>
                                        <p:tgtEl>
                                          <p:spTgt spid="2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72"/>
                                        </p:tgtEl>
                                        <p:attrNameLst>
                                          <p:attrName>style.visibility</p:attrName>
                                        </p:attrNameLst>
                                      </p:cBhvr>
                                      <p:to>
                                        <p:strVal val="visible"/>
                                      </p:to>
                                    </p:set>
                                    <p:animEffect filter="fade" transition="in">
                                      <p:cBhvr>
                                        <p:cTn dur="1000"/>
                                        <p:tgtEl>
                                          <p:spTgt spid="2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0" name="Shape 280"/>
        <p:cNvGrpSpPr/>
        <p:nvPr/>
      </p:nvGrpSpPr>
      <p:grpSpPr>
        <a:xfrm>
          <a:off x="0" y="0"/>
          <a:ext cx="0" cy="0"/>
          <a:chOff x="0" y="0"/>
          <a:chExt cx="0" cy="0"/>
        </a:xfrm>
      </p:grpSpPr>
      <p:pic>
        <p:nvPicPr>
          <p:cNvPr descr="Diagrama&#10;&#10;Descripción generada automáticamente con confianza baja" id="281" name="Google Shape;281;p9"/>
          <p:cNvPicPr preferRelativeResize="0"/>
          <p:nvPr/>
        </p:nvPicPr>
        <p:blipFill rotWithShape="1">
          <a:blip r:embed="rId3">
            <a:alphaModFix/>
          </a:blip>
          <a:srcRect b="0" l="0" r="0" t="0"/>
          <a:stretch/>
        </p:blipFill>
        <p:spPr>
          <a:xfrm>
            <a:off x="11209337" y="153987"/>
            <a:ext cx="777875" cy="782637"/>
          </a:xfrm>
          <a:prstGeom prst="rect">
            <a:avLst/>
          </a:prstGeom>
          <a:noFill/>
          <a:ln>
            <a:noFill/>
          </a:ln>
        </p:spPr>
      </p:pic>
      <p:sp>
        <p:nvSpPr>
          <p:cNvPr id="282" name="Google Shape;282;p9"/>
          <p:cNvSpPr txBox="1"/>
          <p:nvPr/>
        </p:nvSpPr>
        <p:spPr>
          <a:xfrm>
            <a:off x="407987" y="692150"/>
            <a:ext cx="5121275" cy="563245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Program uno;</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Type</a:t>
            </a:r>
            <a:endParaRPr/>
          </a:p>
          <a:p>
            <a:pPr indent="0" lvl="0" marL="0" marR="0" rtl="0" algn="l">
              <a:lnSpc>
                <a:spcPct val="100000"/>
              </a:lnSpc>
              <a:spcBef>
                <a:spcPts val="0"/>
              </a:spcBef>
              <a:spcAft>
                <a:spcPts val="0"/>
              </a:spcAft>
              <a:buClr>
                <a:schemeClr val="dk1"/>
              </a:buClr>
              <a:buSzPts val="2000"/>
              <a:buFont typeface="Tahoma"/>
              <a:buNone/>
            </a:pPr>
            <a:r>
              <a:t/>
            </a:r>
            <a:endParaRPr b="0" i="0" sz="20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perro = record</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raza: string;</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nombre: string;   </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edad: integer;</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end;</a:t>
            </a:r>
            <a:endParaRPr/>
          </a:p>
          <a:p>
            <a:pPr indent="0" lvl="0" marL="0" marR="0" rtl="0" algn="l">
              <a:lnSpc>
                <a:spcPct val="100000"/>
              </a:lnSpc>
              <a:spcBef>
                <a:spcPts val="0"/>
              </a:spcBef>
              <a:spcAft>
                <a:spcPts val="0"/>
              </a:spcAft>
              <a:buClr>
                <a:schemeClr val="dk1"/>
              </a:buClr>
              <a:buSzPts val="2000"/>
              <a:buFont typeface="Tahoma"/>
              <a:buNone/>
            </a:pPr>
            <a:r>
              <a:t/>
            </a:r>
            <a:endParaRPr b="0" i="0" sz="20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módulos</a:t>
            </a:r>
            <a:endParaRPr/>
          </a:p>
          <a:p>
            <a:pPr indent="0" lvl="0" marL="0" marR="0" rtl="0" algn="l">
              <a:lnSpc>
                <a:spcPct val="100000"/>
              </a:lnSpc>
              <a:spcBef>
                <a:spcPts val="0"/>
              </a:spcBef>
              <a:spcAft>
                <a:spcPts val="0"/>
              </a:spcAft>
              <a:buClr>
                <a:schemeClr val="dk1"/>
              </a:buClr>
              <a:buSzPts val="2000"/>
              <a:buFont typeface="Tahoma"/>
              <a:buNone/>
            </a:pPr>
            <a:r>
              <a:t/>
            </a:r>
            <a:endParaRPr b="0" i="0" sz="20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Var</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ani: perro;</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cant: integer;</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actual:string;</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total:integer;</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max:integer;</a:t>
            </a:r>
            <a:endParaRPr/>
          </a:p>
          <a:p>
            <a:pPr indent="0" lvl="0" marL="0" marR="0" rtl="0" algn="l">
              <a:lnSpc>
                <a:spcPct val="100000"/>
              </a:lnSpc>
              <a:spcBef>
                <a:spcPts val="0"/>
              </a:spcBef>
              <a:spcAft>
                <a:spcPts val="0"/>
              </a:spcAft>
              <a:buClr>
                <a:schemeClr val="dk1"/>
              </a:buClr>
              <a:buSzPts val="2000"/>
              <a:buFont typeface="Consolas"/>
              <a:buNone/>
            </a:pPr>
            <a:r>
              <a:rPr b="0" i="0" lang="en-US" sz="2000" u="none">
                <a:solidFill>
                  <a:schemeClr val="dk1"/>
                </a:solidFill>
                <a:latin typeface="Consolas"/>
                <a:ea typeface="Consolas"/>
                <a:cs typeface="Consolas"/>
                <a:sym typeface="Consolas"/>
              </a:rPr>
              <a:t>   razaMax:string;  </a:t>
            </a:r>
            <a:endParaRPr/>
          </a:p>
        </p:txBody>
      </p:sp>
      <p:sp>
        <p:nvSpPr>
          <p:cNvPr id="283" name="Google Shape;283;p9"/>
          <p:cNvSpPr txBox="1"/>
          <p:nvPr/>
        </p:nvSpPr>
        <p:spPr>
          <a:xfrm>
            <a:off x="3790950" y="765175"/>
            <a:ext cx="8372475" cy="6232525"/>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2100"/>
              <a:buFont typeface="Consolas"/>
              <a:buNone/>
            </a:pPr>
            <a:r>
              <a:rPr b="1" i="0" lang="en-US" sz="2100" u="none">
                <a:solidFill>
                  <a:schemeClr val="dk1"/>
                </a:solidFill>
                <a:latin typeface="Consolas"/>
                <a:ea typeface="Consolas"/>
                <a:cs typeface="Consolas"/>
                <a:sym typeface="Consolas"/>
              </a:rPr>
              <a:t>Begin</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leer (ani);</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while (ani.raza &lt;&gt; ´XXX´) do</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begin</a:t>
            </a:r>
            <a:endParaRPr/>
          </a:p>
          <a:p>
            <a:pPr indent="0" lvl="0" marL="0" marR="0" rtl="0" algn="l">
              <a:lnSpc>
                <a:spcPct val="100000"/>
              </a:lnSpc>
              <a:spcBef>
                <a:spcPts val="0"/>
              </a:spcBef>
              <a:spcAft>
                <a:spcPts val="0"/>
              </a:spcAft>
              <a:buClr>
                <a:schemeClr val="dk1"/>
              </a:buClr>
              <a:buSzPts val="2100"/>
              <a:buFont typeface="Tahoma"/>
              <a:buNone/>
            </a:pPr>
            <a:r>
              <a:t/>
            </a:r>
            <a:endParaRPr b="0" i="0" sz="21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100"/>
              <a:buFont typeface="Tahoma"/>
              <a:buNone/>
            </a:pPr>
            <a:r>
              <a:t/>
            </a:r>
            <a:endParaRPr b="0" i="0" sz="21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while ((ani.raza &lt;&gt; ´XXX´)and(ani.raza = actual)) do</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begin</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cant:= cant + 1;</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leer (ani);</a:t>
            </a:r>
            <a:endParaRPr b="1" i="0" sz="21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end;</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if (cant &gt;= max) then begin</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max:= cant;</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razaMax:= actual;</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   end;   </a:t>
            </a:r>
            <a:endParaRPr/>
          </a:p>
          <a:p>
            <a:pPr indent="0" lvl="0" marL="0" marR="0" rtl="0" algn="l">
              <a:lnSpc>
                <a:spcPct val="100000"/>
              </a:lnSpc>
              <a:spcBef>
                <a:spcPts val="0"/>
              </a:spcBef>
              <a:spcAft>
                <a:spcPts val="0"/>
              </a:spcAft>
              <a:buClr>
                <a:schemeClr val="dk1"/>
              </a:buClr>
              <a:buSzPts val="2100"/>
              <a:buFont typeface="Consolas"/>
              <a:buNone/>
            </a:pPr>
            <a:r>
              <a:rPr b="0" i="0" lang="en-US" sz="2100" u="none">
                <a:solidFill>
                  <a:schemeClr val="dk1"/>
                </a:solidFill>
                <a:latin typeface="Consolas"/>
                <a:ea typeface="Consolas"/>
                <a:cs typeface="Consolas"/>
                <a:sym typeface="Consolas"/>
              </a:rPr>
              <a:t>end;</a:t>
            </a:r>
            <a:endParaRPr/>
          </a:p>
          <a:p>
            <a:pPr indent="0" lvl="0" marL="0" marR="0" rtl="0" algn="l">
              <a:lnSpc>
                <a:spcPct val="100000"/>
              </a:lnSpc>
              <a:spcBef>
                <a:spcPts val="0"/>
              </a:spcBef>
              <a:spcAft>
                <a:spcPts val="0"/>
              </a:spcAft>
              <a:buClr>
                <a:schemeClr val="dk1"/>
              </a:buClr>
              <a:buSzPts val="2100"/>
              <a:buFont typeface="Tahoma"/>
              <a:buNone/>
            </a:pPr>
            <a:r>
              <a:t/>
            </a:r>
            <a:endParaRPr b="1" i="0" sz="2100" u="none">
              <a:solidFill>
                <a:schemeClr val="dk1"/>
              </a:solidFill>
              <a:latin typeface="Consolas"/>
              <a:ea typeface="Consolas"/>
              <a:cs typeface="Consolas"/>
              <a:sym typeface="Consolas"/>
            </a:endParaRPr>
          </a:p>
          <a:p>
            <a:pPr indent="0" lvl="0" marL="0" marR="0" rtl="0" algn="l">
              <a:lnSpc>
                <a:spcPct val="100000"/>
              </a:lnSpc>
              <a:spcBef>
                <a:spcPts val="0"/>
              </a:spcBef>
              <a:spcAft>
                <a:spcPts val="0"/>
              </a:spcAft>
              <a:buClr>
                <a:schemeClr val="dk1"/>
              </a:buClr>
              <a:buSzPts val="2100"/>
              <a:buFont typeface="Consolas"/>
              <a:buNone/>
            </a:pPr>
            <a:r>
              <a:rPr b="1" i="0" lang="en-US" sz="2100" u="none">
                <a:solidFill>
                  <a:schemeClr val="dk1"/>
                </a:solidFill>
                <a:latin typeface="Consolas"/>
                <a:ea typeface="Consolas"/>
                <a:cs typeface="Consolas"/>
                <a:sym typeface="Consolas"/>
              </a:rPr>
              <a:t>End</a:t>
            </a:r>
            <a:r>
              <a:rPr b="0" i="0" lang="en-US" sz="2100" u="none">
                <a:solidFill>
                  <a:schemeClr val="dk1"/>
                </a:solidFill>
                <a:latin typeface="Consolas"/>
                <a:ea typeface="Consolas"/>
                <a:cs typeface="Consolas"/>
                <a:sym typeface="Consolas"/>
              </a:rPr>
              <a:t>. </a:t>
            </a:r>
            <a:endParaRPr/>
          </a:p>
        </p:txBody>
      </p:sp>
      <p:sp>
        <p:nvSpPr>
          <p:cNvPr id="284" name="Google Shape;284;p9"/>
          <p:cNvSpPr/>
          <p:nvPr/>
        </p:nvSpPr>
        <p:spPr>
          <a:xfrm>
            <a:off x="1122362" y="508000"/>
            <a:ext cx="3094037" cy="5873750"/>
          </a:xfrm>
          <a:custGeom>
            <a:rect b="b" l="l" r="r" t="t"/>
            <a:pathLst>
              <a:path extrusionOk="0" h="5652655" w="3094318">
                <a:moveTo>
                  <a:pt x="0" y="5527964"/>
                </a:moveTo>
                <a:lnTo>
                  <a:pt x="124691" y="5569528"/>
                </a:lnTo>
                <a:cubicBezTo>
                  <a:pt x="138546" y="5574146"/>
                  <a:pt x="152087" y="5579840"/>
                  <a:pt x="166255" y="5583382"/>
                </a:cubicBezTo>
                <a:cubicBezTo>
                  <a:pt x="184728" y="5588000"/>
                  <a:pt x="203364" y="5592006"/>
                  <a:pt x="221673" y="5597237"/>
                </a:cubicBezTo>
                <a:cubicBezTo>
                  <a:pt x="235715" y="5601249"/>
                  <a:pt x="248981" y="5607923"/>
                  <a:pt x="263237" y="5611091"/>
                </a:cubicBezTo>
                <a:cubicBezTo>
                  <a:pt x="373136" y="5635513"/>
                  <a:pt x="505671" y="5635602"/>
                  <a:pt x="609600" y="5638800"/>
                </a:cubicBezTo>
                <a:lnTo>
                  <a:pt x="1246909" y="5652655"/>
                </a:lnTo>
                <a:cubicBezTo>
                  <a:pt x="1348509" y="5648037"/>
                  <a:pt x="1450282" y="5646313"/>
                  <a:pt x="1551709" y="5638800"/>
                </a:cubicBezTo>
                <a:cubicBezTo>
                  <a:pt x="1576711" y="5636948"/>
                  <a:pt x="1649032" y="5617933"/>
                  <a:pt x="1676400" y="5611091"/>
                </a:cubicBezTo>
                <a:cubicBezTo>
                  <a:pt x="1767174" y="5520319"/>
                  <a:pt x="1663961" y="5614767"/>
                  <a:pt x="1773382" y="5541819"/>
                </a:cubicBezTo>
                <a:cubicBezTo>
                  <a:pt x="1794440" y="5527780"/>
                  <a:pt x="1855321" y="5446025"/>
                  <a:pt x="1856509" y="5444837"/>
                </a:cubicBezTo>
                <a:cubicBezTo>
                  <a:pt x="1868283" y="5433063"/>
                  <a:pt x="1884218" y="5426364"/>
                  <a:pt x="1898073" y="5417128"/>
                </a:cubicBezTo>
                <a:cubicBezTo>
                  <a:pt x="1911928" y="5398655"/>
                  <a:pt x="1927399" y="5381290"/>
                  <a:pt x="1939637" y="5361709"/>
                </a:cubicBezTo>
                <a:cubicBezTo>
                  <a:pt x="1950583" y="5344195"/>
                  <a:pt x="1955342" y="5323097"/>
                  <a:pt x="1967346" y="5306291"/>
                </a:cubicBezTo>
                <a:cubicBezTo>
                  <a:pt x="1978734" y="5290348"/>
                  <a:pt x="1995055" y="5278582"/>
                  <a:pt x="2008909" y="5264728"/>
                </a:cubicBezTo>
                <a:cubicBezTo>
                  <a:pt x="2013527" y="5241637"/>
                  <a:pt x="2015317" y="5217795"/>
                  <a:pt x="2022764" y="5195455"/>
                </a:cubicBezTo>
                <a:cubicBezTo>
                  <a:pt x="2063833" y="5072248"/>
                  <a:pt x="2057465" y="5087984"/>
                  <a:pt x="2105891" y="5015346"/>
                </a:cubicBezTo>
                <a:cubicBezTo>
                  <a:pt x="2091029" y="4851856"/>
                  <a:pt x="2102588" y="4892396"/>
                  <a:pt x="2064327" y="4752109"/>
                </a:cubicBezTo>
                <a:cubicBezTo>
                  <a:pt x="2060484" y="4738020"/>
                  <a:pt x="2058961" y="4722430"/>
                  <a:pt x="2050473" y="4710546"/>
                </a:cubicBezTo>
                <a:cubicBezTo>
                  <a:pt x="2035289" y="4689288"/>
                  <a:pt x="2013528" y="4673601"/>
                  <a:pt x="1995055" y="4655128"/>
                </a:cubicBezTo>
                <a:cubicBezTo>
                  <a:pt x="1945000" y="4479936"/>
                  <a:pt x="1999067" y="4631871"/>
                  <a:pt x="1911927" y="4475019"/>
                </a:cubicBezTo>
                <a:cubicBezTo>
                  <a:pt x="1904835" y="4462253"/>
                  <a:pt x="1903826" y="4446878"/>
                  <a:pt x="1898073" y="4433455"/>
                </a:cubicBezTo>
                <a:cubicBezTo>
                  <a:pt x="1889937" y="4414472"/>
                  <a:pt x="1880611" y="4395969"/>
                  <a:pt x="1870364" y="4378037"/>
                </a:cubicBezTo>
                <a:cubicBezTo>
                  <a:pt x="1862103" y="4363580"/>
                  <a:pt x="1851480" y="4350593"/>
                  <a:pt x="1842655" y="4336473"/>
                </a:cubicBezTo>
                <a:cubicBezTo>
                  <a:pt x="1828383" y="4313638"/>
                  <a:pt x="1816028" y="4289606"/>
                  <a:pt x="1801091" y="4267200"/>
                </a:cubicBezTo>
                <a:cubicBezTo>
                  <a:pt x="1788282" y="4247987"/>
                  <a:pt x="1770741" y="4231967"/>
                  <a:pt x="1759527" y="4211782"/>
                </a:cubicBezTo>
                <a:cubicBezTo>
                  <a:pt x="1646551" y="4008426"/>
                  <a:pt x="1798561" y="4242623"/>
                  <a:pt x="1704109" y="4100946"/>
                </a:cubicBezTo>
                <a:lnTo>
                  <a:pt x="1662546" y="3976255"/>
                </a:lnTo>
                <a:cubicBezTo>
                  <a:pt x="1653310" y="3948546"/>
                  <a:pt x="1651039" y="3917430"/>
                  <a:pt x="1634837" y="3893128"/>
                </a:cubicBezTo>
                <a:lnTo>
                  <a:pt x="1607127" y="3851564"/>
                </a:lnTo>
                <a:lnTo>
                  <a:pt x="1565564" y="3726873"/>
                </a:lnTo>
                <a:lnTo>
                  <a:pt x="1551709" y="3685309"/>
                </a:lnTo>
                <a:cubicBezTo>
                  <a:pt x="1547091" y="3671455"/>
                  <a:pt x="1544386" y="3656808"/>
                  <a:pt x="1537855" y="3643746"/>
                </a:cubicBezTo>
                <a:lnTo>
                  <a:pt x="1482437" y="3532909"/>
                </a:lnTo>
                <a:cubicBezTo>
                  <a:pt x="1477819" y="3482109"/>
                  <a:pt x="1474909" y="3431125"/>
                  <a:pt x="1468582" y="3380509"/>
                </a:cubicBezTo>
                <a:cubicBezTo>
                  <a:pt x="1465661" y="3357143"/>
                  <a:pt x="1458308" y="3334511"/>
                  <a:pt x="1454727" y="3311237"/>
                </a:cubicBezTo>
                <a:cubicBezTo>
                  <a:pt x="1449065" y="3274437"/>
                  <a:pt x="1444578" y="3237448"/>
                  <a:pt x="1440873" y="3200400"/>
                </a:cubicBezTo>
                <a:cubicBezTo>
                  <a:pt x="1435340" y="3145066"/>
                  <a:pt x="1431636" y="3089564"/>
                  <a:pt x="1427018" y="3034146"/>
                </a:cubicBezTo>
                <a:cubicBezTo>
                  <a:pt x="1431636" y="2904837"/>
                  <a:pt x="1432543" y="2775342"/>
                  <a:pt x="1440873" y="2646219"/>
                </a:cubicBezTo>
                <a:cubicBezTo>
                  <a:pt x="1441813" y="2631645"/>
                  <a:pt x="1452326" y="2619060"/>
                  <a:pt x="1454727" y="2604655"/>
                </a:cubicBezTo>
                <a:cubicBezTo>
                  <a:pt x="1478977" y="2459157"/>
                  <a:pt x="1456808" y="2516437"/>
                  <a:pt x="1482437" y="2396837"/>
                </a:cubicBezTo>
                <a:cubicBezTo>
                  <a:pt x="1490416" y="2359600"/>
                  <a:pt x="1504760" y="2323700"/>
                  <a:pt x="1510146" y="2286000"/>
                </a:cubicBezTo>
                <a:cubicBezTo>
                  <a:pt x="1516802" y="2239404"/>
                  <a:pt x="1528241" y="2153963"/>
                  <a:pt x="1537855" y="2105891"/>
                </a:cubicBezTo>
                <a:cubicBezTo>
                  <a:pt x="1541589" y="2087220"/>
                  <a:pt x="1547091" y="2068946"/>
                  <a:pt x="1551709" y="2050473"/>
                </a:cubicBezTo>
                <a:cubicBezTo>
                  <a:pt x="1556327" y="2004291"/>
                  <a:pt x="1559807" y="1957982"/>
                  <a:pt x="1565564" y="1911928"/>
                </a:cubicBezTo>
                <a:cubicBezTo>
                  <a:pt x="1569048" y="1884053"/>
                  <a:pt x="1576136" y="1856699"/>
                  <a:pt x="1579418" y="1828800"/>
                </a:cubicBezTo>
                <a:cubicBezTo>
                  <a:pt x="1585251" y="1779217"/>
                  <a:pt x="1593087" y="1640257"/>
                  <a:pt x="1607127" y="1579419"/>
                </a:cubicBezTo>
                <a:cubicBezTo>
                  <a:pt x="1613695" y="1550959"/>
                  <a:pt x="1625600" y="1524000"/>
                  <a:pt x="1634837" y="1496291"/>
                </a:cubicBezTo>
                <a:cubicBezTo>
                  <a:pt x="1639455" y="1427018"/>
                  <a:pt x="1641423" y="1357518"/>
                  <a:pt x="1648691" y="1288473"/>
                </a:cubicBezTo>
                <a:cubicBezTo>
                  <a:pt x="1650684" y="1269536"/>
                  <a:pt x="1659140" y="1251789"/>
                  <a:pt x="1662546" y="1233055"/>
                </a:cubicBezTo>
                <a:cubicBezTo>
                  <a:pt x="1668388" y="1200926"/>
                  <a:pt x="1671782" y="1168400"/>
                  <a:pt x="1676400" y="1136073"/>
                </a:cubicBezTo>
                <a:cubicBezTo>
                  <a:pt x="1681018" y="1002146"/>
                  <a:pt x="1683212" y="868113"/>
                  <a:pt x="1690255" y="734291"/>
                </a:cubicBezTo>
                <a:cubicBezTo>
                  <a:pt x="1692453" y="692529"/>
                  <a:pt x="1699731" y="651190"/>
                  <a:pt x="1704109" y="609600"/>
                </a:cubicBezTo>
                <a:cubicBezTo>
                  <a:pt x="1708968" y="563443"/>
                  <a:pt x="1711400" y="517001"/>
                  <a:pt x="1717964" y="471055"/>
                </a:cubicBezTo>
                <a:cubicBezTo>
                  <a:pt x="1720657" y="452205"/>
                  <a:pt x="1728084" y="434308"/>
                  <a:pt x="1731818" y="415637"/>
                </a:cubicBezTo>
                <a:cubicBezTo>
                  <a:pt x="1737327" y="388091"/>
                  <a:pt x="1737601" y="359416"/>
                  <a:pt x="1745673" y="332509"/>
                </a:cubicBezTo>
                <a:cubicBezTo>
                  <a:pt x="1751608" y="312727"/>
                  <a:pt x="1763135" y="295023"/>
                  <a:pt x="1773382" y="277091"/>
                </a:cubicBezTo>
                <a:cubicBezTo>
                  <a:pt x="1806345" y="219407"/>
                  <a:pt x="1828110" y="208508"/>
                  <a:pt x="1884218" y="152400"/>
                </a:cubicBezTo>
                <a:cubicBezTo>
                  <a:pt x="1898073" y="138545"/>
                  <a:pt x="1907194" y="117033"/>
                  <a:pt x="1925782" y="110837"/>
                </a:cubicBezTo>
                <a:cubicBezTo>
                  <a:pt x="1939637" y="106219"/>
                  <a:pt x="1953923" y="102735"/>
                  <a:pt x="1967346" y="96982"/>
                </a:cubicBezTo>
                <a:cubicBezTo>
                  <a:pt x="1986329" y="88846"/>
                  <a:pt x="2003171" y="75804"/>
                  <a:pt x="2022764" y="69273"/>
                </a:cubicBezTo>
                <a:cubicBezTo>
                  <a:pt x="2045104" y="61826"/>
                  <a:pt x="2069319" y="61615"/>
                  <a:pt x="2092037" y="55419"/>
                </a:cubicBezTo>
                <a:cubicBezTo>
                  <a:pt x="2120216" y="47734"/>
                  <a:pt x="2146704" y="34277"/>
                  <a:pt x="2175164" y="27709"/>
                </a:cubicBezTo>
                <a:cubicBezTo>
                  <a:pt x="2247395" y="11040"/>
                  <a:pt x="2416071" y="3574"/>
                  <a:pt x="2466109" y="0"/>
                </a:cubicBezTo>
                <a:lnTo>
                  <a:pt x="2701637" y="27709"/>
                </a:lnTo>
                <a:cubicBezTo>
                  <a:pt x="2740330" y="32985"/>
                  <a:pt x="2787889" y="45809"/>
                  <a:pt x="2826327" y="55419"/>
                </a:cubicBezTo>
                <a:cubicBezTo>
                  <a:pt x="2840182" y="64655"/>
                  <a:pt x="2853273" y="75155"/>
                  <a:pt x="2867891" y="83128"/>
                </a:cubicBezTo>
                <a:cubicBezTo>
                  <a:pt x="2904154" y="102907"/>
                  <a:pt x="2949519" y="109339"/>
                  <a:pt x="2978727" y="138546"/>
                </a:cubicBezTo>
                <a:cubicBezTo>
                  <a:pt x="3027347" y="187164"/>
                  <a:pt x="2998277" y="156055"/>
                  <a:pt x="3061855" y="235528"/>
                </a:cubicBezTo>
                <a:cubicBezTo>
                  <a:pt x="3066473" y="249382"/>
                  <a:pt x="3072167" y="262923"/>
                  <a:pt x="3075709" y="277091"/>
                </a:cubicBezTo>
                <a:cubicBezTo>
                  <a:pt x="3106773" y="401346"/>
                  <a:pt x="3089564" y="438548"/>
                  <a:pt x="3089564" y="609600"/>
                </a:cubicBezTo>
              </a:path>
            </a:pathLst>
          </a:custGeom>
          <a:noFill/>
          <a:ln cap="flat" cmpd="sng" w="38100">
            <a:solidFill>
              <a:srgbClr val="41719C"/>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Tahoma"/>
              <a:ea typeface="Tahoma"/>
              <a:cs typeface="Tahoma"/>
              <a:sym typeface="Tahoma"/>
            </a:endParaRPr>
          </a:p>
        </p:txBody>
      </p:sp>
      <p:sp>
        <p:nvSpPr>
          <p:cNvPr id="285" name="Google Shape;285;p9"/>
          <p:cNvSpPr txBox="1"/>
          <p:nvPr/>
        </p:nvSpPr>
        <p:spPr>
          <a:xfrm>
            <a:off x="204787" y="130175"/>
            <a:ext cx="7272337" cy="695325"/>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CADP – </a:t>
            </a:r>
            <a:r>
              <a:rPr b="1" i="0" lang="en-US" sz="4000" u="none">
                <a:solidFill>
                  <a:srgbClr val="7F7F7F"/>
                </a:solidFill>
                <a:latin typeface="Calibri"/>
                <a:ea typeface="Calibri"/>
                <a:cs typeface="Calibri"/>
                <a:sym typeface="Calibri"/>
              </a:rPr>
              <a:t>ESTRUCTURA DE DATOS</a:t>
            </a:r>
            <a:endParaRPr/>
          </a:p>
        </p:txBody>
      </p:sp>
      <p:sp>
        <p:nvSpPr>
          <p:cNvPr id="286" name="Google Shape;286;p9"/>
          <p:cNvSpPr txBox="1"/>
          <p:nvPr/>
        </p:nvSpPr>
        <p:spPr>
          <a:xfrm>
            <a:off x="8154987" y="120650"/>
            <a:ext cx="2713037" cy="646112"/>
          </a:xfrm>
          <a:prstGeom prst="rect">
            <a:avLst/>
          </a:prstGeom>
          <a:noFill/>
          <a:ln>
            <a:noFill/>
          </a:ln>
        </p:spPr>
        <p:txBody>
          <a:bodyPr anchorCtr="0" anchor="t" bIns="45700" lIns="91425" spcFirstLastPara="1" rIns="91425" wrap="square" tIns="45700">
            <a:spAutoFit/>
          </a:bodyPr>
          <a:lstStyle/>
          <a:p>
            <a:pPr indent="0" lvl="0" marL="0" marR="0" rtl="0" algn="just">
              <a:lnSpc>
                <a:spcPct val="100000"/>
              </a:lnSpc>
              <a:spcBef>
                <a:spcPts val="0"/>
              </a:spcBef>
              <a:spcAft>
                <a:spcPts val="0"/>
              </a:spcAft>
              <a:buClr>
                <a:srgbClr val="2E75B6"/>
              </a:buClr>
              <a:buSzPts val="3600"/>
              <a:buFont typeface="Calibri"/>
              <a:buNone/>
            </a:pPr>
            <a:r>
              <a:rPr b="1" i="0" lang="en-US" sz="3600" u="none">
                <a:solidFill>
                  <a:srgbClr val="2E75B6"/>
                </a:solidFill>
                <a:latin typeface="Calibri"/>
                <a:ea typeface="Calibri"/>
                <a:cs typeface="Calibri"/>
                <a:sym typeface="Calibri"/>
              </a:rPr>
              <a:t>REGISTRO</a:t>
            </a:r>
            <a:endParaRPr/>
          </a:p>
        </p:txBody>
      </p:sp>
      <p:sp>
        <p:nvSpPr>
          <p:cNvPr id="287" name="Google Shape;287;p9"/>
          <p:cNvSpPr txBox="1"/>
          <p:nvPr/>
        </p:nvSpPr>
        <p:spPr>
          <a:xfrm>
            <a:off x="28575" y="6430962"/>
            <a:ext cx="2133600" cy="365125"/>
          </a:xfrm>
          <a:prstGeom prst="rect">
            <a:avLst/>
          </a:prstGeom>
          <a:noFill/>
          <a:ln>
            <a:noFill/>
          </a:ln>
        </p:spPr>
        <p:txBody>
          <a:bodyPr anchorCtr="0" anchor="ctr" bIns="45700" lIns="91425" spcFirstLastPara="1" rIns="91425" wrap="square" tIns="45700">
            <a:noAutofit/>
          </a:bodyPr>
          <a:lstStyle/>
          <a:p>
            <a:pPr indent="0" lvl="0" marL="0" marR="0" rtl="0" algn="l">
              <a:lnSpc>
                <a:spcPct val="100000"/>
              </a:lnSpc>
              <a:spcBef>
                <a:spcPts val="0"/>
              </a:spcBef>
              <a:spcAft>
                <a:spcPts val="0"/>
              </a:spcAft>
              <a:buClr>
                <a:srgbClr val="595959"/>
              </a:buClr>
              <a:buSzPts val="1200"/>
              <a:buFont typeface="Tahoma"/>
              <a:buNone/>
            </a:pPr>
            <a:r>
              <a:rPr b="0" i="0" lang="en-US" sz="1200" u="none">
                <a:solidFill>
                  <a:srgbClr val="595959"/>
                </a:solidFill>
                <a:latin typeface="Tahoma"/>
                <a:ea typeface="Tahoma"/>
                <a:cs typeface="Tahoma"/>
                <a:sym typeface="Tahoma"/>
              </a:rPr>
              <a:t>Clase 5-4</a:t>
            </a:r>
            <a:endParaRPr/>
          </a:p>
        </p:txBody>
      </p:sp>
      <p:sp>
        <p:nvSpPr>
          <p:cNvPr id="288" name="Google Shape;288;p9"/>
          <p:cNvSpPr txBox="1"/>
          <p:nvPr/>
        </p:nvSpPr>
        <p:spPr>
          <a:xfrm>
            <a:off x="9337675" y="1581150"/>
            <a:ext cx="2649537"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B3838"/>
              </a:buClr>
              <a:buSzPts val="2200"/>
              <a:buFont typeface="Calibri"/>
              <a:buNone/>
            </a:pPr>
            <a:r>
              <a:rPr b="1" i="0" lang="en-US" sz="2200" u="none">
                <a:solidFill>
                  <a:srgbClr val="3B3838"/>
                </a:solidFill>
                <a:latin typeface="Calibri"/>
                <a:ea typeface="Calibri"/>
                <a:cs typeface="Calibri"/>
                <a:sym typeface="Calibri"/>
              </a:rPr>
              <a:t>Dónde inicializo cant?</a:t>
            </a:r>
            <a:endParaRPr/>
          </a:p>
        </p:txBody>
      </p:sp>
      <p:sp>
        <p:nvSpPr>
          <p:cNvPr id="289" name="Google Shape;289;p9"/>
          <p:cNvSpPr txBox="1"/>
          <p:nvPr/>
        </p:nvSpPr>
        <p:spPr>
          <a:xfrm>
            <a:off x="9429750" y="620712"/>
            <a:ext cx="2649537" cy="769937"/>
          </a:xfrm>
          <a:prstGeom prst="rect">
            <a:avLst/>
          </a:prstGeom>
          <a:noFill/>
          <a:ln>
            <a:noFill/>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3B3838"/>
              </a:buClr>
              <a:buSzPts val="2200"/>
              <a:buFont typeface="Calibri"/>
              <a:buNone/>
            </a:pPr>
            <a:r>
              <a:rPr b="1" i="0" lang="en-US" sz="2200" u="none">
                <a:solidFill>
                  <a:srgbClr val="3B3838"/>
                </a:solidFill>
                <a:latin typeface="Calibri"/>
                <a:ea typeface="Calibri"/>
                <a:cs typeface="Calibri"/>
                <a:sym typeface="Calibri"/>
              </a:rPr>
              <a:t>Dónde inicializo max?</a:t>
            </a:r>
            <a:endParaRPr/>
          </a:p>
        </p:txBody>
      </p:sp>
      <p:sp>
        <p:nvSpPr>
          <p:cNvPr id="290" name="Google Shape;290;p9"/>
          <p:cNvSpPr txBox="1"/>
          <p:nvPr/>
        </p:nvSpPr>
        <p:spPr>
          <a:xfrm>
            <a:off x="4187825" y="2382837"/>
            <a:ext cx="1535112" cy="430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200"/>
              <a:buFont typeface="Calibri"/>
              <a:buNone/>
            </a:pPr>
            <a:r>
              <a:rPr b="1" i="0" lang="en-US" sz="2200" u="none">
                <a:solidFill>
                  <a:schemeClr val="accent2"/>
                </a:solidFill>
                <a:latin typeface="Calibri"/>
                <a:ea typeface="Calibri"/>
                <a:cs typeface="Calibri"/>
                <a:sym typeface="Calibri"/>
              </a:rPr>
              <a:t>cant:=0;</a:t>
            </a:r>
            <a:endParaRPr/>
          </a:p>
        </p:txBody>
      </p:sp>
      <p:sp>
        <p:nvSpPr>
          <p:cNvPr id="291" name="Google Shape;291;p9"/>
          <p:cNvSpPr txBox="1"/>
          <p:nvPr/>
        </p:nvSpPr>
        <p:spPr>
          <a:xfrm>
            <a:off x="4187825" y="2636837"/>
            <a:ext cx="2268537" cy="430212"/>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200"/>
              <a:buFont typeface="Calibri"/>
              <a:buNone/>
            </a:pPr>
            <a:r>
              <a:rPr b="1" i="0" lang="en-US" sz="2200" u="none">
                <a:solidFill>
                  <a:schemeClr val="accent2"/>
                </a:solidFill>
                <a:latin typeface="Calibri"/>
                <a:ea typeface="Calibri"/>
                <a:cs typeface="Calibri"/>
                <a:sym typeface="Calibri"/>
              </a:rPr>
              <a:t>actual:= ani.raza;</a:t>
            </a:r>
            <a:endParaRPr/>
          </a:p>
        </p:txBody>
      </p:sp>
      <p:sp>
        <p:nvSpPr>
          <p:cNvPr id="292" name="Google Shape;292;p9"/>
          <p:cNvSpPr txBox="1"/>
          <p:nvPr/>
        </p:nvSpPr>
        <p:spPr>
          <a:xfrm>
            <a:off x="3790950" y="1030287"/>
            <a:ext cx="1535112" cy="43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200"/>
              <a:buFont typeface="Calibri"/>
              <a:buNone/>
            </a:pPr>
            <a:r>
              <a:rPr b="1" i="0" lang="en-US" sz="2200" u="none">
                <a:solidFill>
                  <a:schemeClr val="accent2"/>
                </a:solidFill>
                <a:latin typeface="Calibri"/>
                <a:ea typeface="Calibri"/>
                <a:cs typeface="Calibri"/>
                <a:sym typeface="Calibri"/>
              </a:rPr>
              <a:t>max:=-1;</a:t>
            </a:r>
            <a:endParaRPr/>
          </a:p>
        </p:txBody>
      </p:sp>
      <p:sp>
        <p:nvSpPr>
          <p:cNvPr id="293" name="Google Shape;293;p9"/>
          <p:cNvSpPr txBox="1"/>
          <p:nvPr/>
        </p:nvSpPr>
        <p:spPr>
          <a:xfrm>
            <a:off x="3790950" y="6134100"/>
            <a:ext cx="7810500" cy="431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accent2"/>
              </a:buClr>
              <a:buSzPts val="2200"/>
              <a:buFont typeface="Calibri"/>
              <a:buNone/>
            </a:pPr>
            <a:r>
              <a:rPr b="1" i="0" lang="en-US" sz="2200" u="none">
                <a:solidFill>
                  <a:schemeClr val="accent2"/>
                </a:solidFill>
                <a:latin typeface="Calibri"/>
                <a:ea typeface="Calibri"/>
                <a:cs typeface="Calibri"/>
                <a:sym typeface="Calibri"/>
              </a:rPr>
              <a:t>Write (´La raza con más perros es´,razaMax);</a:t>
            </a:r>
            <a:endParaRPr/>
          </a:p>
        </p:txBody>
      </p:sp>
    </p:spTree>
  </p:cSld>
  <p:clrMapOvr>
    <a:masterClrMapping/>
  </p:clrMapOvr>
  <p:transition>
    <p:random/>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3"/>
                                        </p:tgtEl>
                                        <p:attrNameLst>
                                          <p:attrName>style.visibility</p:attrName>
                                        </p:attrNameLst>
                                      </p:cBhvr>
                                      <p:to>
                                        <p:strVal val="visible"/>
                                      </p:to>
                                    </p:set>
                                    <p:animEffect filter="fade" transition="in">
                                      <p:cBhvr>
                                        <p:cTn dur="2250"/>
                                        <p:tgtEl>
                                          <p:spTgt spid="28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9"/>
                                        </p:tgtEl>
                                        <p:attrNameLst>
                                          <p:attrName>style.visibility</p:attrName>
                                        </p:attrNameLst>
                                      </p:cBhvr>
                                      <p:to>
                                        <p:strVal val="visible"/>
                                      </p:to>
                                    </p:set>
                                    <p:animEffect filter="fade" transition="in">
                                      <p:cBhvr>
                                        <p:cTn dur="1000"/>
                                        <p:tgtEl>
                                          <p:spTgt spid="2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2"/>
                                        </p:tgtEl>
                                        <p:attrNameLst>
                                          <p:attrName>style.visibility</p:attrName>
                                        </p:attrNameLst>
                                      </p:cBhvr>
                                      <p:to>
                                        <p:strVal val="visible"/>
                                      </p:to>
                                    </p:set>
                                    <p:animEffect filter="fade" transition="in">
                                      <p:cBhvr>
                                        <p:cTn dur="1500"/>
                                        <p:tgtEl>
                                          <p:spTgt spid="29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88"/>
                                        </p:tgtEl>
                                        <p:attrNameLst>
                                          <p:attrName>style.visibility</p:attrName>
                                        </p:attrNameLst>
                                      </p:cBhvr>
                                      <p:to>
                                        <p:strVal val="visible"/>
                                      </p:to>
                                    </p:set>
                                    <p:animEffect filter="fade" transition="in">
                                      <p:cBhvr>
                                        <p:cTn dur="1000"/>
                                        <p:tgtEl>
                                          <p:spTgt spid="2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1"/>
                                        </p:tgtEl>
                                        <p:attrNameLst>
                                          <p:attrName>style.visibility</p:attrName>
                                        </p:attrNameLst>
                                      </p:cBhvr>
                                      <p:to>
                                        <p:strVal val="visible"/>
                                      </p:to>
                                    </p:set>
                                    <p:animEffect filter="fade" transition="in">
                                      <p:cBhvr>
                                        <p:cTn dur="1250"/>
                                        <p:tgtEl>
                                          <p:spTgt spid="291"/>
                                        </p:tgtEl>
                                      </p:cBhvr>
                                    </p:animEffect>
                                  </p:childTnLst>
                                </p:cTn>
                              </p:par>
                              <p:par>
                                <p:cTn fill="hold" nodeType="withEffect" presetClass="entr" presetID="10" presetSubtype="0">
                                  <p:stCondLst>
                                    <p:cond delay="0"/>
                                  </p:stCondLst>
                                  <p:childTnLst>
                                    <p:set>
                                      <p:cBhvr>
                                        <p:cTn dur="1" fill="hold">
                                          <p:stCondLst>
                                            <p:cond delay="0"/>
                                          </p:stCondLst>
                                        </p:cTn>
                                        <p:tgtEl>
                                          <p:spTgt spid="290"/>
                                        </p:tgtEl>
                                        <p:attrNameLst>
                                          <p:attrName>style.visibility</p:attrName>
                                        </p:attrNameLst>
                                      </p:cBhvr>
                                      <p:to>
                                        <p:strVal val="visible"/>
                                      </p:to>
                                    </p:set>
                                    <p:animEffect filter="fade" transition="in">
                                      <p:cBhvr>
                                        <p:cTn dur="1250"/>
                                        <p:tgtEl>
                                          <p:spTgt spid="29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293"/>
                                        </p:tgtEl>
                                        <p:attrNameLst>
                                          <p:attrName>style.visibility</p:attrName>
                                        </p:attrNameLst>
                                      </p:cBhvr>
                                      <p:to>
                                        <p:strVal val="visible"/>
                                      </p:to>
                                    </p:set>
                                    <p:animEffect filter="fade" transition="in">
                                      <p:cBhvr>
                                        <p:cTn dur="1250"/>
                                        <p:tgtEl>
                                          <p:spTgt spid="2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2_HDOfficeLightV0">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3_HDOfficeLightV0">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7_HDOfficeLightV0">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1_HDOfficeLightV0">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6.xml><?xml version="1.0" encoding="utf-8"?>
<a:theme xmlns:a="http://schemas.openxmlformats.org/drawingml/2006/main" xmlns:r="http://schemas.openxmlformats.org/officeDocument/2006/relationships" name="HDOfficeLightV0">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7.xml><?xml version="1.0" encoding="utf-8"?>
<a:theme xmlns:a="http://schemas.openxmlformats.org/drawingml/2006/main" xmlns:r="http://schemas.openxmlformats.org/officeDocument/2006/relationships" name="8_HDOfficeLightV0">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8.xml><?xml version="1.0" encoding="utf-8"?>
<a:theme xmlns:a="http://schemas.openxmlformats.org/drawingml/2006/main" xmlns:r="http://schemas.openxmlformats.org/officeDocument/2006/relationships" name="10_HDOfficeLightV0">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9.xml><?xml version="1.0" encoding="utf-8"?>
<a:theme xmlns:a="http://schemas.openxmlformats.org/drawingml/2006/main" xmlns:r="http://schemas.openxmlformats.org/officeDocument/2006/relationships" name="4_HDOfficeLightV0">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0.xml><?xml version="1.0" encoding="utf-8"?>
<a:theme xmlns:a="http://schemas.openxmlformats.org/drawingml/2006/main" xmlns:r="http://schemas.openxmlformats.org/officeDocument/2006/relationships" name="6_HDOfficeLightV0">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1.xml><?xml version="1.0" encoding="utf-8"?>
<a:theme xmlns:a="http://schemas.openxmlformats.org/drawingml/2006/main" xmlns:r="http://schemas.openxmlformats.org/officeDocument/2006/relationships" name="5_HDOfficeLightV0">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12.xml><?xml version="1.0" encoding="utf-8"?>
<a:theme xmlns:a="http://schemas.openxmlformats.org/drawingml/2006/main" xmlns:r="http://schemas.openxmlformats.org/officeDocument/2006/relationships" name="9_HDOfficeLightV0">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2004-03-08T16:29:06Z</dcterms:created>
  <dc:creator>Cecilia Verónica Sanz</dc:creator>
</cp:coreProperties>
</file>